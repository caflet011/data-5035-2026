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6" r:id="rId4"/>
    <p:sldMasterId id="214748370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DM Sans Medium"/>
      <p:regular r:id="rId18"/>
      <p:bold r:id="rId19"/>
      <p:italic r:id="rId20"/>
      <p:boldItalic r:id="rId21"/>
    </p:embeddedFont>
    <p:embeddedFont>
      <p:font typeface="DM Sans Light"/>
      <p:regular r:id="rId22"/>
      <p:bold r:id="rId23"/>
      <p:italic r:id="rId24"/>
      <p:boldItalic r:id="rId25"/>
    </p:embeddedFont>
    <p:embeddedFont>
      <p:font typeface="DM Sans"/>
      <p:regular r:id="rId26"/>
      <p:bold r:id="rId27"/>
      <p:italic r:id="rId28"/>
      <p:boldItalic r:id="rId29"/>
    </p:embeddedFont>
    <p:embeddedFont>
      <p:font typeface="Forum"/>
      <p:regular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ansMedium-italic.fntdata"/><Relationship Id="rId22" Type="http://schemas.openxmlformats.org/officeDocument/2006/relationships/font" Target="fonts/DMSansLight-regular.fntdata"/><Relationship Id="rId21" Type="http://schemas.openxmlformats.org/officeDocument/2006/relationships/font" Target="fonts/DMSansMedium-boldItalic.fntdata"/><Relationship Id="rId24" Type="http://schemas.openxmlformats.org/officeDocument/2006/relationships/font" Target="fonts/DMSansLight-italic.fntdata"/><Relationship Id="rId23" Type="http://schemas.openxmlformats.org/officeDocument/2006/relationships/font" Target="fonts/DMSans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DMSans-regular.fntdata"/><Relationship Id="rId25" Type="http://schemas.openxmlformats.org/officeDocument/2006/relationships/font" Target="fonts/DMSansLight-boldItalic.fntdata"/><Relationship Id="rId28" Type="http://schemas.openxmlformats.org/officeDocument/2006/relationships/font" Target="fonts/DMSans-italic.fntdata"/><Relationship Id="rId27" Type="http://schemas.openxmlformats.org/officeDocument/2006/relationships/font" Target="fonts/DM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DMSans-bold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Forum-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DMSansMedium-bold.fntdata"/><Relationship Id="rId18" Type="http://schemas.openxmlformats.org/officeDocument/2006/relationships/font" Target="fonts/DMSans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cae762af79_0_1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cae762af79_0_1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cae762af79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cae762af79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cae762af79_0_10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cae762af79_0_10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cae762af79_0_1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cae762af79_0_1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Phase 1 — Data Ingestion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first phase focuses on sourcing and pulling together all relevant data. Each team member will take ownership of one data category, building the pipelines necessary to reliably extract data from their assigned sources. The deliverable for this phase is a centralized raw data repository that consolidates all inputs in one place, with no transformation applied yet — just reliable extraction and storage. Data orchestration tooling will be introduced here to schedule and automate the ingestion process so that the pipeline runs consistently without manual intervention.</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Phase 2 — Data Validation and Transformation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second phase is the core focus of this project. Once the data has been ingested, it must be rigorously validated and transformed before it can be trusted or used. This includes checking for missing values, inconsistencies, and outliers within individual sources, as well as ensuring that data from different sources aligns correctly when combined — accounting for differences in format, granularity, timing, and units of measurement. The goal is to produce a clean, standardized, and well-documented dataset where every input has been verified, reconciled, and appropriately structured. No data moves forward to Phase 3 without passing these quality checks.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Phase 3 — Data Serving</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With a validated and well-structured dataset in hand, the third phase focuses on making the data accessible and usable. The deliverable here is not a prediction or a machine learning model — it is a clean, well-organized output that an analyst, data scientist, or downstream application can immediately consume. This could take the form of a structured database, a set of standardized flat files, or a basic dashboard visualizing key economic indicators. The emphasis is on accessibility, clarity, and readiness for use.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cae762af79_0_1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cae762af79_0_1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
                <a:solidFill>
                  <a:schemeClr val="dk1"/>
                </a:solidFill>
              </a:rPr>
              <a:t>Data ingestion:</a:t>
            </a:r>
            <a:r>
              <a:rPr lang="en">
                <a:solidFill>
                  <a:schemeClr val="dk1"/>
                </a:solidFill>
              </a:rPr>
              <a:t> Sourcing and reliably pulling data from multiple disparate APIs and reports, some of which may be unstructured or inconsistently formatted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Cross-source integration:</a:t>
            </a:r>
            <a:r>
              <a:rPr lang="en">
                <a:solidFill>
                  <a:schemeClr val="dk1"/>
                </a:solidFill>
              </a:rPr>
              <a:t> Reconciling data from sources with different formats, update cadences, and quality standards is one of the most technically demanding aspects of this project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Validation logic:</a:t>
            </a:r>
            <a:r>
              <a:rPr lang="en">
                <a:solidFill>
                  <a:schemeClr val="dk1"/>
                </a:solidFill>
              </a:rPr>
              <a:t> Designing checks that can catch both obvious errors and subtle inconsistencies that could compromise the integrity of the final dataset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Orchestration:</a:t>
            </a:r>
            <a:r>
              <a:rPr lang="en">
                <a:solidFill>
                  <a:schemeClr val="dk1"/>
                </a:solidFill>
              </a:rPr>
              <a:t> Ensuring that all pipeline stages are properly sequenced, automated, and monitored so the system runs reliably over time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cae762af79_0_1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cae762af79_0_1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
                <a:solidFill>
                  <a:schemeClr val="dk1"/>
                </a:solidFill>
              </a:rPr>
              <a:t>Data ingestion:</a:t>
            </a:r>
            <a:r>
              <a:rPr lang="en">
                <a:solidFill>
                  <a:schemeClr val="dk1"/>
                </a:solidFill>
              </a:rPr>
              <a:t> Sourcing and reliably pulling data from multiple disparate APIs and reports, some of which may be unstructured or inconsistently formatted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Cross-source integration:</a:t>
            </a:r>
            <a:r>
              <a:rPr lang="en">
                <a:solidFill>
                  <a:schemeClr val="dk1"/>
                </a:solidFill>
              </a:rPr>
              <a:t> Reconciling data from sources with different formats, update cadences, and quality standards is one of the most technically demanding aspects of this project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Validation logic:</a:t>
            </a:r>
            <a:r>
              <a:rPr lang="en">
                <a:solidFill>
                  <a:schemeClr val="dk1"/>
                </a:solidFill>
              </a:rPr>
              <a:t> Designing checks that can catch both obvious errors and subtle inconsistencies that could compromise the integrity of the final dataset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Orchestration:</a:t>
            </a:r>
            <a:r>
              <a:rPr lang="en">
                <a:solidFill>
                  <a:schemeClr val="dk1"/>
                </a:solidFill>
              </a:rPr>
              <a:t> Ensuring that all pipeline stages are properly sequenced, automated, and monitored so the system runs reliably over time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cbeedd84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cbeedd84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c4a8a15ce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c4a8a15ce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c4a8a15c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c4a8a15c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c4a8a15ce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c4a8a15ce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blank">
  <p:cSld name="BLANK">
    <p:spTree>
      <p:nvGrpSpPr>
        <p:cNvPr id="54" name="Shape 54"/>
        <p:cNvGrpSpPr/>
        <p:nvPr/>
      </p:nvGrpSpPr>
      <p:grpSpPr>
        <a:xfrm>
          <a:off x="0" y="0"/>
          <a:ext cx="0" cy="0"/>
          <a:chOff x="0" y="0"/>
          <a:chExt cx="0" cy="0"/>
        </a:xfrm>
      </p:grpSpPr>
      <p:sp>
        <p:nvSpPr>
          <p:cNvPr id="55" name="Google Shape;55;p14"/>
          <p:cNvSpPr txBox="1"/>
          <p:nvPr>
            <p:ph type="title"/>
          </p:nvPr>
        </p:nvSpPr>
        <p:spPr>
          <a:xfrm>
            <a:off x="228600" y="457200"/>
            <a:ext cx="8686800" cy="2280600"/>
          </a:xfrm>
          <a:prstGeom prst="rect">
            <a:avLst/>
          </a:prstGeom>
        </p:spPr>
        <p:txBody>
          <a:bodyPr anchorCtr="0" anchor="t" bIns="0" lIns="91425" spcFirstLastPara="1" rIns="91425" wrap="square" tIns="91425">
            <a:noAutofit/>
          </a:bodyPr>
          <a:lstStyle>
            <a:lvl1pPr lvl="0" algn="ctr">
              <a:lnSpc>
                <a:spcPct val="60000"/>
              </a:lnSpc>
              <a:spcBef>
                <a:spcPts val="0"/>
              </a:spcBef>
              <a:spcAft>
                <a:spcPts val="0"/>
              </a:spcAft>
              <a:buClr>
                <a:schemeClr val="lt1"/>
              </a:buClr>
              <a:buSzPts val="7000"/>
              <a:buFont typeface="Forum"/>
              <a:buNone/>
              <a:defRPr sz="7000"/>
            </a:lvl1pPr>
            <a:lvl2pPr lvl="1" algn="ctr">
              <a:lnSpc>
                <a:spcPct val="75000"/>
              </a:lnSpc>
              <a:spcBef>
                <a:spcPts val="0"/>
              </a:spcBef>
              <a:spcAft>
                <a:spcPts val="0"/>
              </a:spcAft>
              <a:buClr>
                <a:schemeClr val="lt1"/>
              </a:buClr>
              <a:buSzPts val="7000"/>
              <a:buFont typeface="Forum"/>
              <a:buNone/>
              <a:defRPr sz="7000"/>
            </a:lvl2pPr>
            <a:lvl3pPr lvl="2" algn="ctr">
              <a:lnSpc>
                <a:spcPct val="75000"/>
              </a:lnSpc>
              <a:spcBef>
                <a:spcPts val="0"/>
              </a:spcBef>
              <a:spcAft>
                <a:spcPts val="0"/>
              </a:spcAft>
              <a:buClr>
                <a:schemeClr val="lt1"/>
              </a:buClr>
              <a:buSzPts val="7000"/>
              <a:buFont typeface="Forum"/>
              <a:buNone/>
              <a:defRPr sz="7000"/>
            </a:lvl3pPr>
            <a:lvl4pPr lvl="3" algn="ctr">
              <a:lnSpc>
                <a:spcPct val="75000"/>
              </a:lnSpc>
              <a:spcBef>
                <a:spcPts val="0"/>
              </a:spcBef>
              <a:spcAft>
                <a:spcPts val="0"/>
              </a:spcAft>
              <a:buClr>
                <a:schemeClr val="lt1"/>
              </a:buClr>
              <a:buSzPts val="7000"/>
              <a:buFont typeface="Forum"/>
              <a:buNone/>
              <a:defRPr sz="7000"/>
            </a:lvl4pPr>
            <a:lvl5pPr lvl="4" algn="ctr">
              <a:lnSpc>
                <a:spcPct val="75000"/>
              </a:lnSpc>
              <a:spcBef>
                <a:spcPts val="0"/>
              </a:spcBef>
              <a:spcAft>
                <a:spcPts val="0"/>
              </a:spcAft>
              <a:buClr>
                <a:schemeClr val="lt1"/>
              </a:buClr>
              <a:buSzPts val="7000"/>
              <a:buFont typeface="Forum"/>
              <a:buNone/>
              <a:defRPr sz="7000"/>
            </a:lvl5pPr>
            <a:lvl6pPr lvl="5" algn="ctr">
              <a:lnSpc>
                <a:spcPct val="75000"/>
              </a:lnSpc>
              <a:spcBef>
                <a:spcPts val="0"/>
              </a:spcBef>
              <a:spcAft>
                <a:spcPts val="0"/>
              </a:spcAft>
              <a:buClr>
                <a:schemeClr val="lt1"/>
              </a:buClr>
              <a:buSzPts val="7000"/>
              <a:buFont typeface="Forum"/>
              <a:buNone/>
              <a:defRPr sz="7000"/>
            </a:lvl6pPr>
            <a:lvl7pPr lvl="6" algn="ctr">
              <a:lnSpc>
                <a:spcPct val="75000"/>
              </a:lnSpc>
              <a:spcBef>
                <a:spcPts val="0"/>
              </a:spcBef>
              <a:spcAft>
                <a:spcPts val="0"/>
              </a:spcAft>
              <a:buClr>
                <a:schemeClr val="lt1"/>
              </a:buClr>
              <a:buSzPts val="7000"/>
              <a:buFont typeface="Forum"/>
              <a:buNone/>
              <a:defRPr sz="7000"/>
            </a:lvl7pPr>
            <a:lvl8pPr lvl="7" algn="ctr">
              <a:lnSpc>
                <a:spcPct val="75000"/>
              </a:lnSpc>
              <a:spcBef>
                <a:spcPts val="0"/>
              </a:spcBef>
              <a:spcAft>
                <a:spcPts val="0"/>
              </a:spcAft>
              <a:buClr>
                <a:schemeClr val="lt1"/>
              </a:buClr>
              <a:buSzPts val="7000"/>
              <a:buFont typeface="Forum"/>
              <a:buNone/>
              <a:defRPr sz="7000"/>
            </a:lvl8pPr>
            <a:lvl9pPr lvl="8" algn="ctr">
              <a:lnSpc>
                <a:spcPct val="75000"/>
              </a:lnSpc>
              <a:spcBef>
                <a:spcPts val="0"/>
              </a:spcBef>
              <a:spcAft>
                <a:spcPts val="0"/>
              </a:spcAft>
              <a:buClr>
                <a:schemeClr val="lt1"/>
              </a:buClr>
              <a:buSzPts val="7000"/>
              <a:buFont typeface="Forum"/>
              <a:buNone/>
              <a:defRPr sz="7000"/>
            </a:lvl9pPr>
          </a:lstStyle>
          <a:p/>
        </p:txBody>
      </p:sp>
      <p:sp>
        <p:nvSpPr>
          <p:cNvPr id="56" name="Google Shape;56;p14"/>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
        <p:nvSpPr>
          <p:cNvPr id="57" name="Google Shape;57;p14"/>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58" name="Google Shape;58;p14"/>
          <p:cNvSpPr/>
          <p:nvPr>
            <p:ph idx="2" type="pic"/>
          </p:nvPr>
        </p:nvSpPr>
        <p:spPr>
          <a:xfrm>
            <a:off x="228575" y="3005550"/>
            <a:ext cx="1636200" cy="774600"/>
          </a:xfrm>
          <a:prstGeom prst="roundRect">
            <a:avLst>
              <a:gd fmla="val 50000" name="adj"/>
            </a:avLst>
          </a:prstGeom>
          <a:noFill/>
          <a:ln>
            <a:noFill/>
          </a:ln>
        </p:spPr>
      </p:sp>
      <p:sp>
        <p:nvSpPr>
          <p:cNvPr id="59" name="Google Shape;59;p14"/>
          <p:cNvSpPr/>
          <p:nvPr>
            <p:ph idx="3" type="pic"/>
          </p:nvPr>
        </p:nvSpPr>
        <p:spPr>
          <a:xfrm>
            <a:off x="1149025" y="3909225"/>
            <a:ext cx="1543500" cy="774600"/>
          </a:xfrm>
          <a:prstGeom prst="roundRect">
            <a:avLst>
              <a:gd fmla="val 16696" name="adj"/>
            </a:avLst>
          </a:prstGeom>
          <a:noFill/>
          <a:ln>
            <a:noFill/>
          </a:ln>
        </p:spPr>
      </p:sp>
      <p:sp>
        <p:nvSpPr>
          <p:cNvPr id="60" name="Google Shape;60;p14"/>
          <p:cNvSpPr/>
          <p:nvPr>
            <p:ph idx="4" type="pic"/>
          </p:nvPr>
        </p:nvSpPr>
        <p:spPr>
          <a:xfrm>
            <a:off x="3525075" y="3005550"/>
            <a:ext cx="1599900" cy="774600"/>
          </a:xfrm>
          <a:prstGeom prst="roundRect">
            <a:avLst>
              <a:gd fmla="val 16696" name="adj"/>
            </a:avLst>
          </a:prstGeom>
          <a:noFill/>
          <a:ln>
            <a:noFill/>
          </a:ln>
        </p:spPr>
      </p:sp>
      <p:sp>
        <p:nvSpPr>
          <p:cNvPr id="61" name="Google Shape;61;p14"/>
          <p:cNvSpPr/>
          <p:nvPr>
            <p:ph idx="5" type="pic"/>
          </p:nvPr>
        </p:nvSpPr>
        <p:spPr>
          <a:xfrm>
            <a:off x="5271025" y="3005450"/>
            <a:ext cx="1118400" cy="1682100"/>
          </a:xfrm>
          <a:prstGeom prst="roundRect">
            <a:avLst>
              <a:gd fmla="val 50000" name="adj"/>
            </a:avLst>
          </a:prstGeom>
          <a:noFill/>
          <a:ln>
            <a:noFill/>
          </a:ln>
        </p:spPr>
      </p:sp>
      <p:sp>
        <p:nvSpPr>
          <p:cNvPr id="62" name="Google Shape;62;p14"/>
          <p:cNvSpPr/>
          <p:nvPr>
            <p:ph idx="6" type="pic"/>
          </p:nvPr>
        </p:nvSpPr>
        <p:spPr>
          <a:xfrm>
            <a:off x="7796850" y="3003650"/>
            <a:ext cx="1118400" cy="1673400"/>
          </a:xfrm>
          <a:prstGeom prst="roundRect">
            <a:avLst>
              <a:gd fmla="val 16667" name="adj"/>
            </a:avLst>
          </a:prstGeom>
          <a:noFill/>
          <a:ln>
            <a:noFill/>
          </a:ln>
        </p:spPr>
      </p:sp>
      <p:sp>
        <p:nvSpPr>
          <p:cNvPr id="63" name="Google Shape;63;p14"/>
          <p:cNvSpPr/>
          <p:nvPr>
            <p:ph idx="7" type="pic"/>
          </p:nvPr>
        </p:nvSpPr>
        <p:spPr>
          <a:xfrm>
            <a:off x="230525" y="3909225"/>
            <a:ext cx="774600" cy="774600"/>
          </a:xfrm>
          <a:prstGeom prst="roundRect">
            <a:avLst>
              <a:gd fmla="val 16696" name="adj"/>
            </a:avLst>
          </a:prstGeom>
          <a:noFill/>
          <a:ln>
            <a:noFill/>
          </a:ln>
        </p:spPr>
      </p:sp>
      <p:sp>
        <p:nvSpPr>
          <p:cNvPr id="64" name="Google Shape;64;p14"/>
          <p:cNvSpPr/>
          <p:nvPr>
            <p:ph idx="8" type="pic"/>
          </p:nvPr>
        </p:nvSpPr>
        <p:spPr>
          <a:xfrm>
            <a:off x="2838375" y="3909225"/>
            <a:ext cx="1368300" cy="774600"/>
          </a:xfrm>
          <a:prstGeom prst="roundRect">
            <a:avLst>
              <a:gd fmla="val 19797" name="adj"/>
            </a:avLst>
          </a:prstGeom>
          <a:noFill/>
          <a:ln>
            <a:noFill/>
          </a:ln>
        </p:spPr>
      </p:sp>
      <p:sp>
        <p:nvSpPr>
          <p:cNvPr id="65" name="Google Shape;65;p14"/>
          <p:cNvSpPr/>
          <p:nvPr>
            <p:ph idx="9" type="pic"/>
          </p:nvPr>
        </p:nvSpPr>
        <p:spPr>
          <a:xfrm>
            <a:off x="6535600" y="3008850"/>
            <a:ext cx="1118400" cy="767700"/>
          </a:xfrm>
          <a:prstGeom prst="roundRect">
            <a:avLst>
              <a:gd fmla="val 20115" name="adj"/>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2">
  <p:cSld name="CUSTOM_3_1">
    <p:spTree>
      <p:nvGrpSpPr>
        <p:cNvPr id="66" name="Shape 66"/>
        <p:cNvGrpSpPr/>
        <p:nvPr/>
      </p:nvGrpSpPr>
      <p:grpSpPr>
        <a:xfrm>
          <a:off x="0" y="0"/>
          <a:ext cx="0" cy="0"/>
          <a:chOff x="0" y="0"/>
          <a:chExt cx="0" cy="0"/>
        </a:xfrm>
      </p:grpSpPr>
      <p:sp>
        <p:nvSpPr>
          <p:cNvPr id="67" name="Google Shape;67;p15"/>
          <p:cNvSpPr txBox="1"/>
          <p:nvPr>
            <p:ph type="title"/>
          </p:nvPr>
        </p:nvSpPr>
        <p:spPr>
          <a:xfrm>
            <a:off x="228600" y="460100"/>
            <a:ext cx="8686800" cy="587700"/>
          </a:xfrm>
          <a:prstGeom prst="rect">
            <a:avLst/>
          </a:prstGeom>
        </p:spPr>
        <p:txBody>
          <a:bodyPr anchorCtr="0" anchor="t" bIns="91425" lIns="91425" spcFirstLastPara="1" rIns="91425" wrap="square" tIns="0">
            <a:spAutoFit/>
          </a:bodyPr>
          <a:lstStyle>
            <a:lvl1pPr lvl="0" algn="ctr">
              <a:lnSpc>
                <a:spcPct val="70000"/>
              </a:lnSpc>
              <a:spcBef>
                <a:spcPts val="0"/>
              </a:spcBef>
              <a:spcAft>
                <a:spcPts val="0"/>
              </a:spcAft>
              <a:buNone/>
              <a:defRPr sz="4800">
                <a:solidFill>
                  <a:schemeClr val="accent1"/>
                </a:solidFill>
              </a:defRPr>
            </a:lvl1pPr>
            <a:lvl2pPr lvl="1">
              <a:lnSpc>
                <a:spcPct val="115000"/>
              </a:lnSpc>
              <a:spcBef>
                <a:spcPts val="0"/>
              </a:spcBef>
              <a:spcAft>
                <a:spcPts val="0"/>
              </a:spcAft>
              <a:buNone/>
              <a:defRPr>
                <a:solidFill>
                  <a:schemeClr val="accent1"/>
                </a:solidFill>
              </a:defRPr>
            </a:lvl2pPr>
            <a:lvl3pPr lvl="2">
              <a:lnSpc>
                <a:spcPct val="115000"/>
              </a:lnSpc>
              <a:spcBef>
                <a:spcPts val="0"/>
              </a:spcBef>
              <a:spcAft>
                <a:spcPts val="0"/>
              </a:spcAft>
              <a:buNone/>
              <a:defRPr>
                <a:solidFill>
                  <a:schemeClr val="accent1"/>
                </a:solidFill>
              </a:defRPr>
            </a:lvl3pPr>
            <a:lvl4pPr lvl="3">
              <a:lnSpc>
                <a:spcPct val="115000"/>
              </a:lnSpc>
              <a:spcBef>
                <a:spcPts val="0"/>
              </a:spcBef>
              <a:spcAft>
                <a:spcPts val="0"/>
              </a:spcAft>
              <a:buNone/>
              <a:defRPr>
                <a:solidFill>
                  <a:schemeClr val="accent1"/>
                </a:solidFill>
              </a:defRPr>
            </a:lvl4pPr>
            <a:lvl5pPr lvl="4">
              <a:lnSpc>
                <a:spcPct val="115000"/>
              </a:lnSpc>
              <a:spcBef>
                <a:spcPts val="0"/>
              </a:spcBef>
              <a:spcAft>
                <a:spcPts val="0"/>
              </a:spcAft>
              <a:buNone/>
              <a:defRPr>
                <a:solidFill>
                  <a:schemeClr val="accent1"/>
                </a:solidFill>
              </a:defRPr>
            </a:lvl5pPr>
            <a:lvl6pPr lvl="5">
              <a:lnSpc>
                <a:spcPct val="115000"/>
              </a:lnSpc>
              <a:spcBef>
                <a:spcPts val="0"/>
              </a:spcBef>
              <a:spcAft>
                <a:spcPts val="0"/>
              </a:spcAft>
              <a:buNone/>
              <a:defRPr>
                <a:solidFill>
                  <a:schemeClr val="accent1"/>
                </a:solidFill>
              </a:defRPr>
            </a:lvl6pPr>
            <a:lvl7pPr lvl="6">
              <a:lnSpc>
                <a:spcPct val="115000"/>
              </a:lnSpc>
              <a:spcBef>
                <a:spcPts val="0"/>
              </a:spcBef>
              <a:spcAft>
                <a:spcPts val="0"/>
              </a:spcAft>
              <a:buNone/>
              <a:defRPr>
                <a:solidFill>
                  <a:schemeClr val="accent1"/>
                </a:solidFill>
              </a:defRPr>
            </a:lvl7pPr>
            <a:lvl8pPr lvl="7">
              <a:lnSpc>
                <a:spcPct val="115000"/>
              </a:lnSpc>
              <a:spcBef>
                <a:spcPts val="0"/>
              </a:spcBef>
              <a:spcAft>
                <a:spcPts val="0"/>
              </a:spcAft>
              <a:buNone/>
              <a:defRPr>
                <a:solidFill>
                  <a:schemeClr val="accent1"/>
                </a:solidFill>
              </a:defRPr>
            </a:lvl8pPr>
            <a:lvl9pPr lvl="8">
              <a:lnSpc>
                <a:spcPct val="115000"/>
              </a:lnSpc>
              <a:spcBef>
                <a:spcPts val="0"/>
              </a:spcBef>
              <a:spcAft>
                <a:spcPts val="0"/>
              </a:spcAft>
              <a:buNone/>
              <a:defRPr>
                <a:solidFill>
                  <a:schemeClr val="accent1"/>
                </a:solidFill>
              </a:defRPr>
            </a:lvl9pPr>
          </a:lstStyle>
          <a:p/>
        </p:txBody>
      </p:sp>
      <p:sp>
        <p:nvSpPr>
          <p:cNvPr id="68" name="Google Shape;68;p15"/>
          <p:cNvSpPr txBox="1"/>
          <p:nvPr>
            <p:ph idx="1" type="subTitle"/>
          </p:nvPr>
        </p:nvSpPr>
        <p:spPr>
          <a:xfrm>
            <a:off x="792675" y="2291175"/>
            <a:ext cx="3642900" cy="386100"/>
          </a:xfrm>
          <a:prstGeom prst="rect">
            <a:avLst/>
          </a:prstGeom>
        </p:spPr>
        <p:txBody>
          <a:bodyPr anchorCtr="0" anchor="t" bIns="91425" lIns="0" spcFirstLastPara="1" rIns="91425" wrap="square" tIns="0">
            <a:noAutofit/>
          </a:bodyPr>
          <a:lstStyle>
            <a:lvl1pPr lvl="0">
              <a:spcBef>
                <a:spcPts val="0"/>
              </a:spcBef>
              <a:spcAft>
                <a:spcPts val="0"/>
              </a:spcAft>
              <a:buNone/>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69" name="Google Shape;69;p15"/>
          <p:cNvSpPr txBox="1"/>
          <p:nvPr>
            <p:ph idx="2" type="subTitle"/>
          </p:nvPr>
        </p:nvSpPr>
        <p:spPr>
          <a:xfrm>
            <a:off x="5089225" y="2291175"/>
            <a:ext cx="3826200" cy="386100"/>
          </a:xfrm>
          <a:prstGeom prst="rect">
            <a:avLst/>
          </a:prstGeom>
        </p:spPr>
        <p:txBody>
          <a:bodyPr anchorCtr="0" anchor="t" bIns="91425" lIns="0" spcFirstLastPara="1" rIns="91425" wrap="square" tIns="0">
            <a:noAutofit/>
          </a:bodyPr>
          <a:lstStyle>
            <a:lvl1pPr lvl="0">
              <a:spcBef>
                <a:spcPts val="0"/>
              </a:spcBef>
              <a:spcAft>
                <a:spcPts val="0"/>
              </a:spcAft>
              <a:buNone/>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70" name="Google Shape;70;p15"/>
          <p:cNvSpPr txBox="1"/>
          <p:nvPr>
            <p:ph idx="3" type="subTitle"/>
          </p:nvPr>
        </p:nvSpPr>
        <p:spPr>
          <a:xfrm>
            <a:off x="2571250" y="3086650"/>
            <a:ext cx="3418200" cy="386100"/>
          </a:xfrm>
          <a:prstGeom prst="rect">
            <a:avLst/>
          </a:prstGeom>
        </p:spPr>
        <p:txBody>
          <a:bodyPr anchorCtr="0" anchor="t" bIns="91425" lIns="0" spcFirstLastPara="1" rIns="91425" wrap="square" tIns="0">
            <a:noAutofit/>
          </a:bodyPr>
          <a:lstStyle>
            <a:lvl1pPr lvl="0">
              <a:spcBef>
                <a:spcPts val="0"/>
              </a:spcBef>
              <a:spcAft>
                <a:spcPts val="0"/>
              </a:spcAft>
              <a:buNone/>
              <a:defRPr/>
            </a:lvl1pPr>
            <a:lvl2pPr lvl="1">
              <a:spcBef>
                <a:spcPts val="0"/>
              </a:spcBef>
              <a:spcAft>
                <a:spcPts val="0"/>
              </a:spcAft>
              <a:buClr>
                <a:schemeClr val="lt1"/>
              </a:buClr>
              <a:buSzPts val="1800"/>
              <a:buFont typeface="Forum"/>
              <a:buNone/>
              <a:defRPr sz="1800">
                <a:latin typeface="Forum"/>
                <a:ea typeface="Forum"/>
                <a:cs typeface="Forum"/>
                <a:sym typeface="Forum"/>
              </a:defRPr>
            </a:lvl2pPr>
            <a:lvl3pPr lvl="2">
              <a:spcBef>
                <a:spcPts val="0"/>
              </a:spcBef>
              <a:spcAft>
                <a:spcPts val="0"/>
              </a:spcAft>
              <a:buClr>
                <a:schemeClr val="lt1"/>
              </a:buClr>
              <a:buSzPts val="1800"/>
              <a:buFont typeface="Forum"/>
              <a:buNone/>
              <a:defRPr sz="1800">
                <a:latin typeface="Forum"/>
                <a:ea typeface="Forum"/>
                <a:cs typeface="Forum"/>
                <a:sym typeface="Forum"/>
              </a:defRPr>
            </a:lvl3pPr>
            <a:lvl4pPr lvl="3">
              <a:spcBef>
                <a:spcPts val="0"/>
              </a:spcBef>
              <a:spcAft>
                <a:spcPts val="0"/>
              </a:spcAft>
              <a:buClr>
                <a:schemeClr val="lt1"/>
              </a:buClr>
              <a:buSzPts val="1800"/>
              <a:buFont typeface="Forum"/>
              <a:buNone/>
              <a:defRPr sz="1800">
                <a:latin typeface="Forum"/>
                <a:ea typeface="Forum"/>
                <a:cs typeface="Forum"/>
                <a:sym typeface="Forum"/>
              </a:defRPr>
            </a:lvl4pPr>
            <a:lvl5pPr lvl="4">
              <a:spcBef>
                <a:spcPts val="0"/>
              </a:spcBef>
              <a:spcAft>
                <a:spcPts val="0"/>
              </a:spcAft>
              <a:buClr>
                <a:schemeClr val="lt1"/>
              </a:buClr>
              <a:buSzPts val="1800"/>
              <a:buFont typeface="Forum"/>
              <a:buNone/>
              <a:defRPr sz="1800">
                <a:latin typeface="Forum"/>
                <a:ea typeface="Forum"/>
                <a:cs typeface="Forum"/>
                <a:sym typeface="Forum"/>
              </a:defRPr>
            </a:lvl5pPr>
            <a:lvl6pPr lvl="5">
              <a:spcBef>
                <a:spcPts val="0"/>
              </a:spcBef>
              <a:spcAft>
                <a:spcPts val="0"/>
              </a:spcAft>
              <a:buClr>
                <a:schemeClr val="lt1"/>
              </a:buClr>
              <a:buSzPts val="1800"/>
              <a:buFont typeface="Forum"/>
              <a:buNone/>
              <a:defRPr sz="1800">
                <a:latin typeface="Forum"/>
                <a:ea typeface="Forum"/>
                <a:cs typeface="Forum"/>
                <a:sym typeface="Forum"/>
              </a:defRPr>
            </a:lvl6pPr>
            <a:lvl7pPr lvl="6">
              <a:spcBef>
                <a:spcPts val="0"/>
              </a:spcBef>
              <a:spcAft>
                <a:spcPts val="0"/>
              </a:spcAft>
              <a:buClr>
                <a:schemeClr val="lt1"/>
              </a:buClr>
              <a:buSzPts val="1800"/>
              <a:buFont typeface="Forum"/>
              <a:buNone/>
              <a:defRPr sz="1800">
                <a:latin typeface="Forum"/>
                <a:ea typeface="Forum"/>
                <a:cs typeface="Forum"/>
                <a:sym typeface="Forum"/>
              </a:defRPr>
            </a:lvl7pPr>
            <a:lvl8pPr lvl="7">
              <a:spcBef>
                <a:spcPts val="0"/>
              </a:spcBef>
              <a:spcAft>
                <a:spcPts val="0"/>
              </a:spcAft>
              <a:buClr>
                <a:schemeClr val="lt1"/>
              </a:buClr>
              <a:buSzPts val="1800"/>
              <a:buFont typeface="Forum"/>
              <a:buNone/>
              <a:defRPr sz="1800">
                <a:latin typeface="Forum"/>
                <a:ea typeface="Forum"/>
                <a:cs typeface="Forum"/>
                <a:sym typeface="Forum"/>
              </a:defRPr>
            </a:lvl8pPr>
            <a:lvl9pPr lvl="8">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71" name="Google Shape;71;p15"/>
          <p:cNvSpPr txBox="1"/>
          <p:nvPr>
            <p:ph idx="4" type="subTitle"/>
          </p:nvPr>
        </p:nvSpPr>
        <p:spPr>
          <a:xfrm>
            <a:off x="6867700" y="3086650"/>
            <a:ext cx="3102900" cy="386100"/>
          </a:xfrm>
          <a:prstGeom prst="rect">
            <a:avLst/>
          </a:prstGeom>
        </p:spPr>
        <p:txBody>
          <a:bodyPr anchorCtr="0" anchor="t" bIns="91425" lIns="0" spcFirstLastPara="1" rIns="91425" wrap="square" tIns="0">
            <a:noAutofit/>
          </a:bodyPr>
          <a:lstStyle>
            <a:lvl1pPr lvl="0">
              <a:spcBef>
                <a:spcPts val="0"/>
              </a:spcBef>
              <a:spcAft>
                <a:spcPts val="0"/>
              </a:spcAft>
              <a:buNone/>
              <a:defRPr/>
            </a:lvl1pPr>
            <a:lvl2pPr lvl="1">
              <a:spcBef>
                <a:spcPts val="0"/>
              </a:spcBef>
              <a:spcAft>
                <a:spcPts val="0"/>
              </a:spcAft>
              <a:buClr>
                <a:schemeClr val="lt1"/>
              </a:buClr>
              <a:buSzPts val="1800"/>
              <a:buFont typeface="Forum"/>
              <a:buNone/>
              <a:defRPr sz="1800">
                <a:latin typeface="Forum"/>
                <a:ea typeface="Forum"/>
                <a:cs typeface="Forum"/>
                <a:sym typeface="Forum"/>
              </a:defRPr>
            </a:lvl2pPr>
            <a:lvl3pPr lvl="2">
              <a:spcBef>
                <a:spcPts val="0"/>
              </a:spcBef>
              <a:spcAft>
                <a:spcPts val="0"/>
              </a:spcAft>
              <a:buClr>
                <a:schemeClr val="lt1"/>
              </a:buClr>
              <a:buSzPts val="1800"/>
              <a:buFont typeface="Forum"/>
              <a:buNone/>
              <a:defRPr sz="1800">
                <a:latin typeface="Forum"/>
                <a:ea typeface="Forum"/>
                <a:cs typeface="Forum"/>
                <a:sym typeface="Forum"/>
              </a:defRPr>
            </a:lvl3pPr>
            <a:lvl4pPr lvl="3">
              <a:spcBef>
                <a:spcPts val="0"/>
              </a:spcBef>
              <a:spcAft>
                <a:spcPts val="0"/>
              </a:spcAft>
              <a:buClr>
                <a:schemeClr val="lt1"/>
              </a:buClr>
              <a:buSzPts val="1800"/>
              <a:buFont typeface="Forum"/>
              <a:buNone/>
              <a:defRPr sz="1800">
                <a:latin typeface="Forum"/>
                <a:ea typeface="Forum"/>
                <a:cs typeface="Forum"/>
                <a:sym typeface="Forum"/>
              </a:defRPr>
            </a:lvl4pPr>
            <a:lvl5pPr lvl="4">
              <a:spcBef>
                <a:spcPts val="0"/>
              </a:spcBef>
              <a:spcAft>
                <a:spcPts val="0"/>
              </a:spcAft>
              <a:buClr>
                <a:schemeClr val="lt1"/>
              </a:buClr>
              <a:buSzPts val="1800"/>
              <a:buFont typeface="Forum"/>
              <a:buNone/>
              <a:defRPr sz="1800">
                <a:latin typeface="Forum"/>
                <a:ea typeface="Forum"/>
                <a:cs typeface="Forum"/>
                <a:sym typeface="Forum"/>
              </a:defRPr>
            </a:lvl5pPr>
            <a:lvl6pPr lvl="5">
              <a:spcBef>
                <a:spcPts val="0"/>
              </a:spcBef>
              <a:spcAft>
                <a:spcPts val="0"/>
              </a:spcAft>
              <a:buClr>
                <a:schemeClr val="lt1"/>
              </a:buClr>
              <a:buSzPts val="1800"/>
              <a:buFont typeface="Forum"/>
              <a:buNone/>
              <a:defRPr sz="1800">
                <a:latin typeface="Forum"/>
                <a:ea typeface="Forum"/>
                <a:cs typeface="Forum"/>
                <a:sym typeface="Forum"/>
              </a:defRPr>
            </a:lvl6pPr>
            <a:lvl7pPr lvl="6">
              <a:spcBef>
                <a:spcPts val="0"/>
              </a:spcBef>
              <a:spcAft>
                <a:spcPts val="0"/>
              </a:spcAft>
              <a:buClr>
                <a:schemeClr val="lt1"/>
              </a:buClr>
              <a:buSzPts val="1800"/>
              <a:buFont typeface="Forum"/>
              <a:buNone/>
              <a:defRPr sz="1800">
                <a:latin typeface="Forum"/>
                <a:ea typeface="Forum"/>
                <a:cs typeface="Forum"/>
                <a:sym typeface="Forum"/>
              </a:defRPr>
            </a:lvl7pPr>
            <a:lvl8pPr lvl="7">
              <a:spcBef>
                <a:spcPts val="0"/>
              </a:spcBef>
              <a:spcAft>
                <a:spcPts val="0"/>
              </a:spcAft>
              <a:buClr>
                <a:schemeClr val="lt1"/>
              </a:buClr>
              <a:buSzPts val="1800"/>
              <a:buFont typeface="Forum"/>
              <a:buNone/>
              <a:defRPr sz="1800">
                <a:latin typeface="Forum"/>
                <a:ea typeface="Forum"/>
                <a:cs typeface="Forum"/>
                <a:sym typeface="Forum"/>
              </a:defRPr>
            </a:lvl8pPr>
            <a:lvl9pPr lvl="8">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72" name="Google Shape;72;p15"/>
          <p:cNvSpPr txBox="1"/>
          <p:nvPr>
            <p:ph idx="5" type="subTitle"/>
          </p:nvPr>
        </p:nvSpPr>
        <p:spPr>
          <a:xfrm>
            <a:off x="792675" y="3888950"/>
            <a:ext cx="3523500" cy="386100"/>
          </a:xfrm>
          <a:prstGeom prst="rect">
            <a:avLst/>
          </a:prstGeom>
        </p:spPr>
        <p:txBody>
          <a:bodyPr anchorCtr="0" anchor="t" bIns="91425" lIns="0" spcFirstLastPara="1" rIns="91425" wrap="square" tIns="0">
            <a:noAutofit/>
          </a:bodyPr>
          <a:lstStyle>
            <a:lvl1pPr lvl="0">
              <a:spcBef>
                <a:spcPts val="0"/>
              </a:spcBef>
              <a:spcAft>
                <a:spcPts val="0"/>
              </a:spcAft>
              <a:buNone/>
              <a:defRPr/>
            </a:lvl1pPr>
            <a:lvl2pPr lvl="1">
              <a:spcBef>
                <a:spcPts val="0"/>
              </a:spcBef>
              <a:spcAft>
                <a:spcPts val="0"/>
              </a:spcAft>
              <a:buClr>
                <a:schemeClr val="lt1"/>
              </a:buClr>
              <a:buSzPts val="1800"/>
              <a:buFont typeface="Forum"/>
              <a:buNone/>
              <a:defRPr sz="1800">
                <a:latin typeface="Forum"/>
                <a:ea typeface="Forum"/>
                <a:cs typeface="Forum"/>
                <a:sym typeface="Forum"/>
              </a:defRPr>
            </a:lvl2pPr>
            <a:lvl3pPr lvl="2">
              <a:spcBef>
                <a:spcPts val="0"/>
              </a:spcBef>
              <a:spcAft>
                <a:spcPts val="0"/>
              </a:spcAft>
              <a:buClr>
                <a:schemeClr val="lt1"/>
              </a:buClr>
              <a:buSzPts val="1800"/>
              <a:buFont typeface="Forum"/>
              <a:buNone/>
              <a:defRPr sz="1800">
                <a:latin typeface="Forum"/>
                <a:ea typeface="Forum"/>
                <a:cs typeface="Forum"/>
                <a:sym typeface="Forum"/>
              </a:defRPr>
            </a:lvl3pPr>
            <a:lvl4pPr lvl="3">
              <a:spcBef>
                <a:spcPts val="0"/>
              </a:spcBef>
              <a:spcAft>
                <a:spcPts val="0"/>
              </a:spcAft>
              <a:buClr>
                <a:schemeClr val="lt1"/>
              </a:buClr>
              <a:buSzPts val="1800"/>
              <a:buFont typeface="Forum"/>
              <a:buNone/>
              <a:defRPr sz="1800">
                <a:latin typeface="Forum"/>
                <a:ea typeface="Forum"/>
                <a:cs typeface="Forum"/>
                <a:sym typeface="Forum"/>
              </a:defRPr>
            </a:lvl4pPr>
            <a:lvl5pPr lvl="4">
              <a:spcBef>
                <a:spcPts val="0"/>
              </a:spcBef>
              <a:spcAft>
                <a:spcPts val="0"/>
              </a:spcAft>
              <a:buClr>
                <a:schemeClr val="lt1"/>
              </a:buClr>
              <a:buSzPts val="1800"/>
              <a:buFont typeface="Forum"/>
              <a:buNone/>
              <a:defRPr sz="1800">
                <a:latin typeface="Forum"/>
                <a:ea typeface="Forum"/>
                <a:cs typeface="Forum"/>
                <a:sym typeface="Forum"/>
              </a:defRPr>
            </a:lvl5pPr>
            <a:lvl6pPr lvl="5">
              <a:spcBef>
                <a:spcPts val="0"/>
              </a:spcBef>
              <a:spcAft>
                <a:spcPts val="0"/>
              </a:spcAft>
              <a:buClr>
                <a:schemeClr val="lt1"/>
              </a:buClr>
              <a:buSzPts val="1800"/>
              <a:buFont typeface="Forum"/>
              <a:buNone/>
              <a:defRPr sz="1800">
                <a:latin typeface="Forum"/>
                <a:ea typeface="Forum"/>
                <a:cs typeface="Forum"/>
                <a:sym typeface="Forum"/>
              </a:defRPr>
            </a:lvl6pPr>
            <a:lvl7pPr lvl="6">
              <a:spcBef>
                <a:spcPts val="0"/>
              </a:spcBef>
              <a:spcAft>
                <a:spcPts val="0"/>
              </a:spcAft>
              <a:buClr>
                <a:schemeClr val="lt1"/>
              </a:buClr>
              <a:buSzPts val="1800"/>
              <a:buFont typeface="Forum"/>
              <a:buNone/>
              <a:defRPr sz="1800">
                <a:latin typeface="Forum"/>
                <a:ea typeface="Forum"/>
                <a:cs typeface="Forum"/>
                <a:sym typeface="Forum"/>
              </a:defRPr>
            </a:lvl7pPr>
            <a:lvl8pPr lvl="7">
              <a:spcBef>
                <a:spcPts val="0"/>
              </a:spcBef>
              <a:spcAft>
                <a:spcPts val="0"/>
              </a:spcAft>
              <a:buClr>
                <a:schemeClr val="lt1"/>
              </a:buClr>
              <a:buSzPts val="1800"/>
              <a:buFont typeface="Forum"/>
              <a:buNone/>
              <a:defRPr sz="1800">
                <a:latin typeface="Forum"/>
                <a:ea typeface="Forum"/>
                <a:cs typeface="Forum"/>
                <a:sym typeface="Forum"/>
              </a:defRPr>
            </a:lvl8pPr>
            <a:lvl9pPr lvl="8">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73" name="Google Shape;73;p15"/>
          <p:cNvSpPr txBox="1"/>
          <p:nvPr>
            <p:ph idx="6" type="subTitle"/>
          </p:nvPr>
        </p:nvSpPr>
        <p:spPr>
          <a:xfrm>
            <a:off x="5089225" y="3888950"/>
            <a:ext cx="3826200" cy="386100"/>
          </a:xfrm>
          <a:prstGeom prst="rect">
            <a:avLst/>
          </a:prstGeom>
        </p:spPr>
        <p:txBody>
          <a:bodyPr anchorCtr="0" anchor="t" bIns="91425" lIns="0" spcFirstLastPara="1" rIns="91425" wrap="square" tIns="0">
            <a:noAutofit/>
          </a:bodyPr>
          <a:lstStyle>
            <a:lvl1pPr lvl="0">
              <a:spcBef>
                <a:spcPts val="0"/>
              </a:spcBef>
              <a:spcAft>
                <a:spcPts val="0"/>
              </a:spcAft>
              <a:buNone/>
              <a:defRPr/>
            </a:lvl1pPr>
            <a:lvl2pPr lvl="1">
              <a:spcBef>
                <a:spcPts val="0"/>
              </a:spcBef>
              <a:spcAft>
                <a:spcPts val="0"/>
              </a:spcAft>
              <a:buClr>
                <a:schemeClr val="lt1"/>
              </a:buClr>
              <a:buSzPts val="1800"/>
              <a:buFont typeface="Forum"/>
              <a:buNone/>
              <a:defRPr sz="1800">
                <a:latin typeface="Forum"/>
                <a:ea typeface="Forum"/>
                <a:cs typeface="Forum"/>
                <a:sym typeface="Forum"/>
              </a:defRPr>
            </a:lvl2pPr>
            <a:lvl3pPr lvl="2">
              <a:spcBef>
                <a:spcPts val="0"/>
              </a:spcBef>
              <a:spcAft>
                <a:spcPts val="0"/>
              </a:spcAft>
              <a:buClr>
                <a:schemeClr val="lt1"/>
              </a:buClr>
              <a:buSzPts val="1800"/>
              <a:buFont typeface="Forum"/>
              <a:buNone/>
              <a:defRPr sz="1800">
                <a:latin typeface="Forum"/>
                <a:ea typeface="Forum"/>
                <a:cs typeface="Forum"/>
                <a:sym typeface="Forum"/>
              </a:defRPr>
            </a:lvl3pPr>
            <a:lvl4pPr lvl="3">
              <a:spcBef>
                <a:spcPts val="0"/>
              </a:spcBef>
              <a:spcAft>
                <a:spcPts val="0"/>
              </a:spcAft>
              <a:buClr>
                <a:schemeClr val="lt1"/>
              </a:buClr>
              <a:buSzPts val="1800"/>
              <a:buFont typeface="Forum"/>
              <a:buNone/>
              <a:defRPr sz="1800">
                <a:latin typeface="Forum"/>
                <a:ea typeface="Forum"/>
                <a:cs typeface="Forum"/>
                <a:sym typeface="Forum"/>
              </a:defRPr>
            </a:lvl4pPr>
            <a:lvl5pPr lvl="4">
              <a:spcBef>
                <a:spcPts val="0"/>
              </a:spcBef>
              <a:spcAft>
                <a:spcPts val="0"/>
              </a:spcAft>
              <a:buClr>
                <a:schemeClr val="lt1"/>
              </a:buClr>
              <a:buSzPts val="1800"/>
              <a:buFont typeface="Forum"/>
              <a:buNone/>
              <a:defRPr sz="1800">
                <a:latin typeface="Forum"/>
                <a:ea typeface="Forum"/>
                <a:cs typeface="Forum"/>
                <a:sym typeface="Forum"/>
              </a:defRPr>
            </a:lvl5pPr>
            <a:lvl6pPr lvl="5">
              <a:spcBef>
                <a:spcPts val="0"/>
              </a:spcBef>
              <a:spcAft>
                <a:spcPts val="0"/>
              </a:spcAft>
              <a:buClr>
                <a:schemeClr val="lt1"/>
              </a:buClr>
              <a:buSzPts val="1800"/>
              <a:buFont typeface="Forum"/>
              <a:buNone/>
              <a:defRPr sz="1800">
                <a:latin typeface="Forum"/>
                <a:ea typeface="Forum"/>
                <a:cs typeface="Forum"/>
                <a:sym typeface="Forum"/>
              </a:defRPr>
            </a:lvl6pPr>
            <a:lvl7pPr lvl="6">
              <a:spcBef>
                <a:spcPts val="0"/>
              </a:spcBef>
              <a:spcAft>
                <a:spcPts val="0"/>
              </a:spcAft>
              <a:buClr>
                <a:schemeClr val="lt1"/>
              </a:buClr>
              <a:buSzPts val="1800"/>
              <a:buFont typeface="Forum"/>
              <a:buNone/>
              <a:defRPr sz="1800">
                <a:latin typeface="Forum"/>
                <a:ea typeface="Forum"/>
                <a:cs typeface="Forum"/>
                <a:sym typeface="Forum"/>
              </a:defRPr>
            </a:lvl7pPr>
            <a:lvl8pPr lvl="7">
              <a:spcBef>
                <a:spcPts val="0"/>
              </a:spcBef>
              <a:spcAft>
                <a:spcPts val="0"/>
              </a:spcAft>
              <a:buClr>
                <a:schemeClr val="lt1"/>
              </a:buClr>
              <a:buSzPts val="1800"/>
              <a:buFont typeface="Forum"/>
              <a:buNone/>
              <a:defRPr sz="1800">
                <a:latin typeface="Forum"/>
                <a:ea typeface="Forum"/>
                <a:cs typeface="Forum"/>
                <a:sym typeface="Forum"/>
              </a:defRPr>
            </a:lvl8pPr>
            <a:lvl9pPr lvl="8">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74" name="Google Shape;74;p15"/>
          <p:cNvSpPr txBox="1"/>
          <p:nvPr>
            <p:ph idx="7"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75" name="Google Shape;75;p15"/>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LT 2">
  <p:cSld name="BLANK_1">
    <p:bg>
      <p:bgPr>
        <a:solidFill>
          <a:schemeClr val="dk2"/>
        </a:solidFill>
      </p:bgPr>
    </p:bg>
    <p:spTree>
      <p:nvGrpSpPr>
        <p:cNvPr id="76" name="Shape 76"/>
        <p:cNvGrpSpPr/>
        <p:nvPr/>
      </p:nvGrpSpPr>
      <p:grpSpPr>
        <a:xfrm>
          <a:off x="0" y="0"/>
          <a:ext cx="0" cy="0"/>
          <a:chOff x="0" y="0"/>
          <a:chExt cx="0" cy="0"/>
        </a:xfrm>
      </p:grpSpPr>
      <p:sp>
        <p:nvSpPr>
          <p:cNvPr id="77" name="Google Shape;77;p16"/>
          <p:cNvSpPr txBox="1"/>
          <p:nvPr>
            <p:ph type="title"/>
          </p:nvPr>
        </p:nvSpPr>
        <p:spPr>
          <a:xfrm>
            <a:off x="228600" y="3389761"/>
            <a:ext cx="4704000" cy="1590600"/>
          </a:xfrm>
          <a:prstGeom prst="rect">
            <a:avLst/>
          </a:prstGeom>
        </p:spPr>
        <p:txBody>
          <a:bodyPr anchorCtr="0" anchor="b" bIns="0" lIns="0" spcFirstLastPara="1" rIns="91425" wrap="square" tIns="91425">
            <a:noAutofit/>
          </a:bodyPr>
          <a:lstStyle>
            <a:lvl1pPr lvl="0">
              <a:lnSpc>
                <a:spcPct val="75000"/>
              </a:lnSpc>
              <a:spcBef>
                <a:spcPts val="0"/>
              </a:spcBef>
              <a:spcAft>
                <a:spcPts val="0"/>
              </a:spcAft>
              <a:buClr>
                <a:schemeClr val="lt1"/>
              </a:buClr>
              <a:buSzPts val="3600"/>
              <a:buFont typeface="Forum"/>
              <a:buNone/>
              <a:defRPr sz="3600"/>
            </a:lvl1pPr>
            <a:lvl2pPr lvl="1"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2pPr>
            <a:lvl3pPr lvl="2"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3pPr>
            <a:lvl4pPr lvl="3"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4pPr>
            <a:lvl5pPr lvl="4"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5pPr>
            <a:lvl6pPr lvl="5"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6pPr>
            <a:lvl7pPr lvl="6"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7pPr>
            <a:lvl8pPr lvl="7"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8pPr>
            <a:lvl9pPr lvl="8"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9pPr>
          </a:lstStyle>
          <a:p/>
        </p:txBody>
      </p:sp>
      <p:sp>
        <p:nvSpPr>
          <p:cNvPr id="78" name="Google Shape;78;p16"/>
          <p:cNvSpPr txBox="1"/>
          <p:nvPr>
            <p:ph idx="1" type="subTitle"/>
          </p:nvPr>
        </p:nvSpPr>
        <p:spPr>
          <a:xfrm>
            <a:off x="5468675" y="457200"/>
            <a:ext cx="3446700" cy="1342200"/>
          </a:xfrm>
          <a:prstGeom prst="rect">
            <a:avLst/>
          </a:prstGeom>
        </p:spPr>
        <p:txBody>
          <a:bodyPr anchorCtr="0" anchor="t" bIns="0" lIns="0" spcFirstLastPara="1" rIns="0" wrap="square" tIns="0">
            <a:noAutofit/>
          </a:bodyPr>
          <a:lstStyle>
            <a:lvl1pPr lvl="0">
              <a:spcBef>
                <a:spcPts val="0"/>
              </a:spcBef>
              <a:spcAft>
                <a:spcPts val="0"/>
              </a:spcAft>
              <a:buNone/>
              <a:defRPr>
                <a:latin typeface="DM Sans"/>
                <a:ea typeface="DM Sans"/>
                <a:cs typeface="DM Sans"/>
                <a:sym typeface="DM Sans"/>
              </a:defRPr>
            </a:lvl1pPr>
            <a:lvl2pPr lvl="1">
              <a:spcBef>
                <a:spcPts val="0"/>
              </a:spcBef>
              <a:spcAft>
                <a:spcPts val="0"/>
              </a:spcAft>
              <a:buClr>
                <a:schemeClr val="lt1"/>
              </a:buClr>
              <a:buSzPts val="1400"/>
              <a:buFont typeface="DM Sans"/>
              <a:buNone/>
              <a:defRPr>
                <a:latin typeface="DM Sans"/>
                <a:ea typeface="DM Sans"/>
                <a:cs typeface="DM Sans"/>
                <a:sym typeface="DM Sans"/>
              </a:defRPr>
            </a:lvl2pPr>
            <a:lvl3pPr lvl="2">
              <a:spcBef>
                <a:spcPts val="0"/>
              </a:spcBef>
              <a:spcAft>
                <a:spcPts val="0"/>
              </a:spcAft>
              <a:buClr>
                <a:schemeClr val="lt1"/>
              </a:buClr>
              <a:buSzPts val="1400"/>
              <a:buFont typeface="DM Sans"/>
              <a:buNone/>
              <a:defRPr>
                <a:latin typeface="DM Sans"/>
                <a:ea typeface="DM Sans"/>
                <a:cs typeface="DM Sans"/>
                <a:sym typeface="DM Sans"/>
              </a:defRPr>
            </a:lvl3pPr>
            <a:lvl4pPr lvl="3">
              <a:spcBef>
                <a:spcPts val="0"/>
              </a:spcBef>
              <a:spcAft>
                <a:spcPts val="0"/>
              </a:spcAft>
              <a:buClr>
                <a:schemeClr val="lt1"/>
              </a:buClr>
              <a:buSzPts val="1400"/>
              <a:buFont typeface="DM Sans"/>
              <a:buNone/>
              <a:defRPr>
                <a:latin typeface="DM Sans"/>
                <a:ea typeface="DM Sans"/>
                <a:cs typeface="DM Sans"/>
                <a:sym typeface="DM Sans"/>
              </a:defRPr>
            </a:lvl4pPr>
            <a:lvl5pPr lvl="4">
              <a:spcBef>
                <a:spcPts val="0"/>
              </a:spcBef>
              <a:spcAft>
                <a:spcPts val="0"/>
              </a:spcAft>
              <a:buClr>
                <a:schemeClr val="lt1"/>
              </a:buClr>
              <a:buSzPts val="1400"/>
              <a:buFont typeface="DM Sans"/>
              <a:buNone/>
              <a:defRPr>
                <a:latin typeface="DM Sans"/>
                <a:ea typeface="DM Sans"/>
                <a:cs typeface="DM Sans"/>
                <a:sym typeface="DM Sans"/>
              </a:defRPr>
            </a:lvl5pPr>
            <a:lvl6pPr lvl="5">
              <a:spcBef>
                <a:spcPts val="0"/>
              </a:spcBef>
              <a:spcAft>
                <a:spcPts val="0"/>
              </a:spcAft>
              <a:buClr>
                <a:schemeClr val="lt1"/>
              </a:buClr>
              <a:buSzPts val="1400"/>
              <a:buFont typeface="DM Sans"/>
              <a:buNone/>
              <a:defRPr>
                <a:latin typeface="DM Sans"/>
                <a:ea typeface="DM Sans"/>
                <a:cs typeface="DM Sans"/>
                <a:sym typeface="DM Sans"/>
              </a:defRPr>
            </a:lvl6pPr>
            <a:lvl7pPr lvl="6">
              <a:spcBef>
                <a:spcPts val="0"/>
              </a:spcBef>
              <a:spcAft>
                <a:spcPts val="0"/>
              </a:spcAft>
              <a:buClr>
                <a:schemeClr val="lt1"/>
              </a:buClr>
              <a:buSzPts val="1400"/>
              <a:buFont typeface="DM Sans"/>
              <a:buNone/>
              <a:defRPr>
                <a:latin typeface="DM Sans"/>
                <a:ea typeface="DM Sans"/>
                <a:cs typeface="DM Sans"/>
                <a:sym typeface="DM Sans"/>
              </a:defRPr>
            </a:lvl7pPr>
            <a:lvl8pPr lvl="7">
              <a:spcBef>
                <a:spcPts val="0"/>
              </a:spcBef>
              <a:spcAft>
                <a:spcPts val="0"/>
              </a:spcAft>
              <a:buClr>
                <a:schemeClr val="lt1"/>
              </a:buClr>
              <a:buSzPts val="1400"/>
              <a:buFont typeface="DM Sans"/>
              <a:buNone/>
              <a:defRPr>
                <a:latin typeface="DM Sans"/>
                <a:ea typeface="DM Sans"/>
                <a:cs typeface="DM Sans"/>
                <a:sym typeface="DM Sans"/>
              </a:defRPr>
            </a:lvl8pPr>
            <a:lvl9pPr lvl="8">
              <a:spcBef>
                <a:spcPts val="0"/>
              </a:spcBef>
              <a:spcAft>
                <a:spcPts val="0"/>
              </a:spcAft>
              <a:buClr>
                <a:schemeClr val="lt1"/>
              </a:buClr>
              <a:buSzPts val="1400"/>
              <a:buFont typeface="DM Sans"/>
              <a:buNone/>
              <a:defRPr>
                <a:latin typeface="DM Sans"/>
                <a:ea typeface="DM Sans"/>
                <a:cs typeface="DM Sans"/>
                <a:sym typeface="DM Sans"/>
              </a:defRPr>
            </a:lvl9pPr>
          </a:lstStyle>
          <a:p/>
        </p:txBody>
      </p:sp>
      <p:sp>
        <p:nvSpPr>
          <p:cNvPr id="79" name="Google Shape;79;p16"/>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lt1"/>
                </a:solidFill>
                <a:latin typeface="DM Sans"/>
                <a:ea typeface="DM Sans"/>
                <a:cs typeface="DM Sans"/>
                <a:sym typeface="DM Sans"/>
              </a:rPr>
              <a:t>‹#›</a:t>
            </a:fld>
            <a:endParaRPr sz="700">
              <a:solidFill>
                <a:schemeClr val="lt1"/>
              </a:solidFill>
              <a:latin typeface="DM Sans"/>
              <a:ea typeface="DM Sans"/>
              <a:cs typeface="DM Sans"/>
              <a:sym typeface="DM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
    <p:spTree>
      <p:nvGrpSpPr>
        <p:cNvPr id="80" name="Shape 80"/>
        <p:cNvGrpSpPr/>
        <p:nvPr/>
      </p:nvGrpSpPr>
      <p:grpSpPr>
        <a:xfrm>
          <a:off x="0" y="0"/>
          <a:ext cx="0" cy="0"/>
          <a:chOff x="0" y="0"/>
          <a:chExt cx="0" cy="0"/>
        </a:xfrm>
      </p:grpSpPr>
      <p:sp>
        <p:nvSpPr>
          <p:cNvPr id="81" name="Google Shape;81;p17"/>
          <p:cNvSpPr txBox="1"/>
          <p:nvPr>
            <p:ph idx="1" type="body"/>
          </p:nvPr>
        </p:nvSpPr>
        <p:spPr>
          <a:xfrm>
            <a:off x="5482425" y="413676"/>
            <a:ext cx="3446700" cy="1438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82" name="Google Shape;82;p17"/>
          <p:cNvSpPr txBox="1"/>
          <p:nvPr>
            <p:ph type="title"/>
          </p:nvPr>
        </p:nvSpPr>
        <p:spPr>
          <a:xfrm>
            <a:off x="228600" y="399325"/>
            <a:ext cx="3531300" cy="624600"/>
          </a:xfrm>
          <a:prstGeom prst="rect">
            <a:avLst/>
          </a:prstGeom>
        </p:spPr>
        <p:txBody>
          <a:bodyPr anchorCtr="0" anchor="t" bIns="0" lIns="0" spcFirstLastPara="1" rIns="91425" wrap="square" tIns="91425">
            <a:noAutofit/>
          </a:bodyPr>
          <a:lstStyle>
            <a:lvl1pPr lvl="0">
              <a:lnSpc>
                <a:spcPct val="60000"/>
              </a:lnSpc>
              <a:spcBef>
                <a:spcPts val="0"/>
              </a:spcBef>
              <a:spcAft>
                <a:spcPts val="0"/>
              </a:spcAft>
              <a:buClr>
                <a:schemeClr val="lt1"/>
              </a:buClr>
              <a:buSzPts val="3600"/>
              <a:buFont typeface="Forum"/>
              <a:buNone/>
              <a:defRPr sz="3600"/>
            </a:lvl1pPr>
            <a:lvl2pPr lvl="1">
              <a:lnSpc>
                <a:spcPct val="60000"/>
              </a:lnSpc>
              <a:spcBef>
                <a:spcPts val="0"/>
              </a:spcBef>
              <a:spcAft>
                <a:spcPts val="0"/>
              </a:spcAft>
              <a:buClr>
                <a:schemeClr val="lt1"/>
              </a:buClr>
              <a:buSzPts val="3600"/>
              <a:buFont typeface="Forum"/>
              <a:buNone/>
              <a:defRPr sz="3600">
                <a:latin typeface="Forum"/>
                <a:ea typeface="Forum"/>
                <a:cs typeface="Forum"/>
                <a:sym typeface="Forum"/>
              </a:defRPr>
            </a:lvl2pPr>
            <a:lvl3pPr lvl="2">
              <a:lnSpc>
                <a:spcPct val="60000"/>
              </a:lnSpc>
              <a:spcBef>
                <a:spcPts val="0"/>
              </a:spcBef>
              <a:spcAft>
                <a:spcPts val="0"/>
              </a:spcAft>
              <a:buClr>
                <a:schemeClr val="lt1"/>
              </a:buClr>
              <a:buSzPts val="3600"/>
              <a:buFont typeface="Forum"/>
              <a:buNone/>
              <a:defRPr sz="3600">
                <a:latin typeface="Forum"/>
                <a:ea typeface="Forum"/>
                <a:cs typeface="Forum"/>
                <a:sym typeface="Forum"/>
              </a:defRPr>
            </a:lvl3pPr>
            <a:lvl4pPr lvl="3">
              <a:lnSpc>
                <a:spcPct val="60000"/>
              </a:lnSpc>
              <a:spcBef>
                <a:spcPts val="0"/>
              </a:spcBef>
              <a:spcAft>
                <a:spcPts val="0"/>
              </a:spcAft>
              <a:buClr>
                <a:schemeClr val="lt1"/>
              </a:buClr>
              <a:buSzPts val="3600"/>
              <a:buFont typeface="Forum"/>
              <a:buNone/>
              <a:defRPr sz="3600">
                <a:latin typeface="Forum"/>
                <a:ea typeface="Forum"/>
                <a:cs typeface="Forum"/>
                <a:sym typeface="Forum"/>
              </a:defRPr>
            </a:lvl4pPr>
            <a:lvl5pPr lvl="4">
              <a:lnSpc>
                <a:spcPct val="60000"/>
              </a:lnSpc>
              <a:spcBef>
                <a:spcPts val="0"/>
              </a:spcBef>
              <a:spcAft>
                <a:spcPts val="0"/>
              </a:spcAft>
              <a:buClr>
                <a:schemeClr val="lt1"/>
              </a:buClr>
              <a:buSzPts val="3600"/>
              <a:buFont typeface="Forum"/>
              <a:buNone/>
              <a:defRPr sz="3600">
                <a:latin typeface="Forum"/>
                <a:ea typeface="Forum"/>
                <a:cs typeface="Forum"/>
                <a:sym typeface="Forum"/>
              </a:defRPr>
            </a:lvl5pPr>
            <a:lvl6pPr lvl="5">
              <a:lnSpc>
                <a:spcPct val="60000"/>
              </a:lnSpc>
              <a:spcBef>
                <a:spcPts val="0"/>
              </a:spcBef>
              <a:spcAft>
                <a:spcPts val="0"/>
              </a:spcAft>
              <a:buClr>
                <a:schemeClr val="lt1"/>
              </a:buClr>
              <a:buSzPts val="3600"/>
              <a:buFont typeface="Forum"/>
              <a:buNone/>
              <a:defRPr sz="3600">
                <a:latin typeface="Forum"/>
                <a:ea typeface="Forum"/>
                <a:cs typeface="Forum"/>
                <a:sym typeface="Forum"/>
              </a:defRPr>
            </a:lvl6pPr>
            <a:lvl7pPr lvl="6">
              <a:lnSpc>
                <a:spcPct val="60000"/>
              </a:lnSpc>
              <a:spcBef>
                <a:spcPts val="0"/>
              </a:spcBef>
              <a:spcAft>
                <a:spcPts val="0"/>
              </a:spcAft>
              <a:buClr>
                <a:schemeClr val="lt1"/>
              </a:buClr>
              <a:buSzPts val="3600"/>
              <a:buFont typeface="Forum"/>
              <a:buNone/>
              <a:defRPr sz="3600">
                <a:latin typeface="Forum"/>
                <a:ea typeface="Forum"/>
                <a:cs typeface="Forum"/>
                <a:sym typeface="Forum"/>
              </a:defRPr>
            </a:lvl7pPr>
            <a:lvl8pPr lvl="7">
              <a:lnSpc>
                <a:spcPct val="60000"/>
              </a:lnSpc>
              <a:spcBef>
                <a:spcPts val="0"/>
              </a:spcBef>
              <a:spcAft>
                <a:spcPts val="0"/>
              </a:spcAft>
              <a:buClr>
                <a:schemeClr val="lt1"/>
              </a:buClr>
              <a:buSzPts val="3600"/>
              <a:buFont typeface="Forum"/>
              <a:buNone/>
              <a:defRPr sz="3600">
                <a:latin typeface="Forum"/>
                <a:ea typeface="Forum"/>
                <a:cs typeface="Forum"/>
                <a:sym typeface="Forum"/>
              </a:defRPr>
            </a:lvl8pPr>
            <a:lvl9pPr lvl="8">
              <a:lnSpc>
                <a:spcPct val="60000"/>
              </a:lnSpc>
              <a:spcBef>
                <a:spcPts val="0"/>
              </a:spcBef>
              <a:spcAft>
                <a:spcPts val="0"/>
              </a:spcAft>
              <a:buClr>
                <a:schemeClr val="lt1"/>
              </a:buClr>
              <a:buSzPts val="3600"/>
              <a:buFont typeface="Forum"/>
              <a:buNone/>
              <a:defRPr sz="3600">
                <a:latin typeface="Forum"/>
                <a:ea typeface="Forum"/>
                <a:cs typeface="Forum"/>
                <a:sym typeface="Forum"/>
              </a:defRPr>
            </a:lvl9pPr>
          </a:lstStyle>
          <a:p/>
        </p:txBody>
      </p:sp>
      <p:sp>
        <p:nvSpPr>
          <p:cNvPr id="83" name="Google Shape;83;p17"/>
          <p:cNvSpPr txBox="1"/>
          <p:nvPr>
            <p:ph idx="2"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84" name="Google Shape;84;p17"/>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mall">
  <p:cSld name="BLANK_1_1_4">
    <p:spTree>
      <p:nvGrpSpPr>
        <p:cNvPr id="85" name="Shape 85"/>
        <p:cNvGrpSpPr/>
        <p:nvPr/>
      </p:nvGrpSpPr>
      <p:grpSpPr>
        <a:xfrm>
          <a:off x="0" y="0"/>
          <a:ext cx="0" cy="0"/>
          <a:chOff x="0" y="0"/>
          <a:chExt cx="0" cy="0"/>
        </a:xfrm>
      </p:grpSpPr>
      <p:sp>
        <p:nvSpPr>
          <p:cNvPr id="86" name="Google Shape;86;p18"/>
          <p:cNvSpPr txBox="1"/>
          <p:nvPr>
            <p:ph type="title"/>
          </p:nvPr>
        </p:nvSpPr>
        <p:spPr>
          <a:xfrm>
            <a:off x="228600" y="399325"/>
            <a:ext cx="3119700" cy="624600"/>
          </a:xfrm>
          <a:prstGeom prst="rect">
            <a:avLst/>
          </a:prstGeom>
        </p:spPr>
        <p:txBody>
          <a:bodyPr anchorCtr="0" anchor="t" bIns="0" lIns="0" spcFirstLastPara="1" rIns="91425" wrap="square" tIns="91425">
            <a:noAutofit/>
          </a:bodyPr>
          <a:lstStyle>
            <a:lvl1pPr lvl="0">
              <a:lnSpc>
                <a:spcPct val="75000"/>
              </a:lnSpc>
              <a:spcBef>
                <a:spcPts val="0"/>
              </a:spcBef>
              <a:spcAft>
                <a:spcPts val="0"/>
              </a:spcAft>
              <a:buClr>
                <a:schemeClr val="lt1"/>
              </a:buClr>
              <a:buSzPts val="2800"/>
              <a:buFont typeface="Forum"/>
              <a:buNone/>
              <a:defRPr sz="2800"/>
            </a:lvl1pPr>
            <a:lvl2pPr lvl="1">
              <a:lnSpc>
                <a:spcPct val="75000"/>
              </a:lnSpc>
              <a:spcBef>
                <a:spcPts val="0"/>
              </a:spcBef>
              <a:spcAft>
                <a:spcPts val="0"/>
              </a:spcAft>
              <a:buClr>
                <a:schemeClr val="lt1"/>
              </a:buClr>
              <a:buSzPts val="2800"/>
              <a:buFont typeface="Forum"/>
              <a:buNone/>
              <a:defRPr sz="2800">
                <a:latin typeface="Forum"/>
                <a:ea typeface="Forum"/>
                <a:cs typeface="Forum"/>
                <a:sym typeface="Forum"/>
              </a:defRPr>
            </a:lvl2pPr>
            <a:lvl3pPr lvl="2">
              <a:lnSpc>
                <a:spcPct val="75000"/>
              </a:lnSpc>
              <a:spcBef>
                <a:spcPts val="0"/>
              </a:spcBef>
              <a:spcAft>
                <a:spcPts val="0"/>
              </a:spcAft>
              <a:buClr>
                <a:schemeClr val="lt1"/>
              </a:buClr>
              <a:buSzPts val="2800"/>
              <a:buFont typeface="Forum"/>
              <a:buNone/>
              <a:defRPr sz="2800">
                <a:latin typeface="Forum"/>
                <a:ea typeface="Forum"/>
                <a:cs typeface="Forum"/>
                <a:sym typeface="Forum"/>
              </a:defRPr>
            </a:lvl3pPr>
            <a:lvl4pPr lvl="3">
              <a:lnSpc>
                <a:spcPct val="75000"/>
              </a:lnSpc>
              <a:spcBef>
                <a:spcPts val="0"/>
              </a:spcBef>
              <a:spcAft>
                <a:spcPts val="0"/>
              </a:spcAft>
              <a:buClr>
                <a:schemeClr val="lt1"/>
              </a:buClr>
              <a:buSzPts val="2800"/>
              <a:buFont typeface="Forum"/>
              <a:buNone/>
              <a:defRPr sz="2800">
                <a:latin typeface="Forum"/>
                <a:ea typeface="Forum"/>
                <a:cs typeface="Forum"/>
                <a:sym typeface="Forum"/>
              </a:defRPr>
            </a:lvl4pPr>
            <a:lvl5pPr lvl="4">
              <a:lnSpc>
                <a:spcPct val="75000"/>
              </a:lnSpc>
              <a:spcBef>
                <a:spcPts val="0"/>
              </a:spcBef>
              <a:spcAft>
                <a:spcPts val="0"/>
              </a:spcAft>
              <a:buClr>
                <a:schemeClr val="lt1"/>
              </a:buClr>
              <a:buSzPts val="2800"/>
              <a:buFont typeface="Forum"/>
              <a:buNone/>
              <a:defRPr sz="2800">
                <a:latin typeface="Forum"/>
                <a:ea typeface="Forum"/>
                <a:cs typeface="Forum"/>
                <a:sym typeface="Forum"/>
              </a:defRPr>
            </a:lvl5pPr>
            <a:lvl6pPr lvl="5">
              <a:lnSpc>
                <a:spcPct val="75000"/>
              </a:lnSpc>
              <a:spcBef>
                <a:spcPts val="0"/>
              </a:spcBef>
              <a:spcAft>
                <a:spcPts val="0"/>
              </a:spcAft>
              <a:buClr>
                <a:schemeClr val="lt1"/>
              </a:buClr>
              <a:buSzPts val="2800"/>
              <a:buFont typeface="Forum"/>
              <a:buNone/>
              <a:defRPr sz="2800">
                <a:latin typeface="Forum"/>
                <a:ea typeface="Forum"/>
                <a:cs typeface="Forum"/>
                <a:sym typeface="Forum"/>
              </a:defRPr>
            </a:lvl6pPr>
            <a:lvl7pPr lvl="6">
              <a:lnSpc>
                <a:spcPct val="75000"/>
              </a:lnSpc>
              <a:spcBef>
                <a:spcPts val="0"/>
              </a:spcBef>
              <a:spcAft>
                <a:spcPts val="0"/>
              </a:spcAft>
              <a:buClr>
                <a:schemeClr val="lt1"/>
              </a:buClr>
              <a:buSzPts val="2800"/>
              <a:buFont typeface="Forum"/>
              <a:buNone/>
              <a:defRPr sz="2800">
                <a:latin typeface="Forum"/>
                <a:ea typeface="Forum"/>
                <a:cs typeface="Forum"/>
                <a:sym typeface="Forum"/>
              </a:defRPr>
            </a:lvl7pPr>
            <a:lvl8pPr lvl="7">
              <a:lnSpc>
                <a:spcPct val="75000"/>
              </a:lnSpc>
              <a:spcBef>
                <a:spcPts val="0"/>
              </a:spcBef>
              <a:spcAft>
                <a:spcPts val="0"/>
              </a:spcAft>
              <a:buClr>
                <a:schemeClr val="lt1"/>
              </a:buClr>
              <a:buSzPts val="2800"/>
              <a:buFont typeface="Forum"/>
              <a:buNone/>
              <a:defRPr sz="2800">
                <a:latin typeface="Forum"/>
                <a:ea typeface="Forum"/>
                <a:cs typeface="Forum"/>
                <a:sym typeface="Forum"/>
              </a:defRPr>
            </a:lvl8pPr>
            <a:lvl9pPr lvl="8">
              <a:lnSpc>
                <a:spcPct val="75000"/>
              </a:lnSpc>
              <a:spcBef>
                <a:spcPts val="0"/>
              </a:spcBef>
              <a:spcAft>
                <a:spcPts val="0"/>
              </a:spcAft>
              <a:buClr>
                <a:schemeClr val="lt1"/>
              </a:buClr>
              <a:buSzPts val="2800"/>
              <a:buFont typeface="Forum"/>
              <a:buNone/>
              <a:defRPr sz="2800">
                <a:latin typeface="Forum"/>
                <a:ea typeface="Forum"/>
                <a:cs typeface="Forum"/>
                <a:sym typeface="Forum"/>
              </a:defRPr>
            </a:lvl9pPr>
          </a:lstStyle>
          <a:p/>
        </p:txBody>
      </p:sp>
      <p:sp>
        <p:nvSpPr>
          <p:cNvPr id="87" name="Google Shape;87;p18"/>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88" name="Google Shape;88;p18"/>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Small">
  <p:cSld name="BLANK_1_1_2">
    <p:spTree>
      <p:nvGrpSpPr>
        <p:cNvPr id="89" name="Shape 89"/>
        <p:cNvGrpSpPr/>
        <p:nvPr/>
      </p:nvGrpSpPr>
      <p:grpSpPr>
        <a:xfrm>
          <a:off x="0" y="0"/>
          <a:ext cx="0" cy="0"/>
          <a:chOff x="0" y="0"/>
          <a:chExt cx="0" cy="0"/>
        </a:xfrm>
      </p:grpSpPr>
      <p:sp>
        <p:nvSpPr>
          <p:cNvPr id="90" name="Google Shape;90;p19"/>
          <p:cNvSpPr/>
          <p:nvPr>
            <p:ph idx="2" type="pic"/>
          </p:nvPr>
        </p:nvSpPr>
        <p:spPr>
          <a:xfrm>
            <a:off x="228600" y="1895250"/>
            <a:ext cx="1118100" cy="1118100"/>
          </a:xfrm>
          <a:prstGeom prst="roundRect">
            <a:avLst>
              <a:gd fmla="val 17439" name="adj"/>
            </a:avLst>
          </a:prstGeom>
          <a:noFill/>
          <a:ln>
            <a:noFill/>
          </a:ln>
        </p:spPr>
      </p:sp>
      <p:sp>
        <p:nvSpPr>
          <p:cNvPr id="91" name="Google Shape;91;p19"/>
          <p:cNvSpPr/>
          <p:nvPr>
            <p:ph idx="3" type="pic"/>
          </p:nvPr>
        </p:nvSpPr>
        <p:spPr>
          <a:xfrm>
            <a:off x="2913463" y="1895250"/>
            <a:ext cx="1118100" cy="1118100"/>
          </a:xfrm>
          <a:prstGeom prst="roundRect">
            <a:avLst>
              <a:gd fmla="val 17439" name="adj"/>
            </a:avLst>
          </a:prstGeom>
          <a:noFill/>
          <a:ln>
            <a:noFill/>
          </a:ln>
        </p:spPr>
      </p:sp>
      <p:sp>
        <p:nvSpPr>
          <p:cNvPr id="92" name="Google Shape;92;p19"/>
          <p:cNvSpPr/>
          <p:nvPr>
            <p:ph idx="4" type="pic"/>
          </p:nvPr>
        </p:nvSpPr>
        <p:spPr>
          <a:xfrm>
            <a:off x="5594838" y="1895250"/>
            <a:ext cx="1118100" cy="1118100"/>
          </a:xfrm>
          <a:prstGeom prst="roundRect">
            <a:avLst>
              <a:gd fmla="val 17439" name="adj"/>
            </a:avLst>
          </a:prstGeom>
          <a:noFill/>
          <a:ln>
            <a:noFill/>
          </a:ln>
        </p:spPr>
      </p:sp>
      <p:sp>
        <p:nvSpPr>
          <p:cNvPr id="93" name="Google Shape;93;p19"/>
          <p:cNvSpPr/>
          <p:nvPr>
            <p:ph idx="5" type="pic"/>
          </p:nvPr>
        </p:nvSpPr>
        <p:spPr>
          <a:xfrm>
            <a:off x="1340925" y="3563600"/>
            <a:ext cx="1118100" cy="1118100"/>
          </a:xfrm>
          <a:prstGeom prst="roundRect">
            <a:avLst>
              <a:gd fmla="val 17439" name="adj"/>
            </a:avLst>
          </a:prstGeom>
          <a:noFill/>
          <a:ln>
            <a:noFill/>
          </a:ln>
        </p:spPr>
      </p:sp>
      <p:sp>
        <p:nvSpPr>
          <p:cNvPr id="94" name="Google Shape;94;p19"/>
          <p:cNvSpPr/>
          <p:nvPr>
            <p:ph idx="6" type="pic"/>
          </p:nvPr>
        </p:nvSpPr>
        <p:spPr>
          <a:xfrm>
            <a:off x="4024275" y="3563600"/>
            <a:ext cx="1118100" cy="1118100"/>
          </a:xfrm>
          <a:prstGeom prst="roundRect">
            <a:avLst>
              <a:gd fmla="val 17439" name="adj"/>
            </a:avLst>
          </a:prstGeom>
          <a:noFill/>
          <a:ln>
            <a:noFill/>
          </a:ln>
        </p:spPr>
      </p:sp>
      <p:sp>
        <p:nvSpPr>
          <p:cNvPr id="95" name="Google Shape;95;p19"/>
          <p:cNvSpPr/>
          <p:nvPr>
            <p:ph idx="7" type="pic"/>
          </p:nvPr>
        </p:nvSpPr>
        <p:spPr>
          <a:xfrm>
            <a:off x="6708900" y="3563600"/>
            <a:ext cx="1118100" cy="1118100"/>
          </a:xfrm>
          <a:prstGeom prst="roundRect">
            <a:avLst>
              <a:gd fmla="val 17439" name="adj"/>
            </a:avLst>
          </a:prstGeom>
          <a:noFill/>
          <a:ln>
            <a:noFill/>
          </a:ln>
        </p:spPr>
      </p:sp>
      <p:sp>
        <p:nvSpPr>
          <p:cNvPr id="96" name="Google Shape;96;p19"/>
          <p:cNvSpPr txBox="1"/>
          <p:nvPr>
            <p:ph idx="1" type="subTitle"/>
          </p:nvPr>
        </p:nvSpPr>
        <p:spPr>
          <a:xfrm>
            <a:off x="1347975" y="2325217"/>
            <a:ext cx="1115700" cy="156900"/>
          </a:xfrm>
          <a:prstGeom prst="rect">
            <a:avLst/>
          </a:prstGeom>
        </p:spPr>
        <p:txBody>
          <a:bodyPr anchorCtr="0" anchor="b" bIns="0" lIns="91425" spcFirstLastPara="1" rIns="91425" wrap="square" tIns="91425">
            <a:noAutofit/>
          </a:bodyPr>
          <a:lstStyle>
            <a:lvl1pPr lvl="0" algn="ctr">
              <a:lnSpc>
                <a:spcPct val="80000"/>
              </a:lnSpc>
              <a:spcBef>
                <a:spcPts val="0"/>
              </a:spcBef>
              <a:spcAft>
                <a:spcPts val="0"/>
              </a:spcAft>
              <a:buNone/>
              <a:defRPr sz="1200"/>
            </a:lvl1pPr>
            <a:lvl2pPr lvl="1">
              <a:lnSpc>
                <a:spcPct val="80000"/>
              </a:lnSpc>
              <a:spcBef>
                <a:spcPts val="0"/>
              </a:spcBef>
              <a:spcAft>
                <a:spcPts val="0"/>
              </a:spcAft>
              <a:buClr>
                <a:schemeClr val="lt1"/>
              </a:buClr>
              <a:buSzPts val="1200"/>
              <a:buFont typeface="Forum"/>
              <a:buNone/>
              <a:defRPr sz="1200">
                <a:latin typeface="Forum"/>
                <a:ea typeface="Forum"/>
                <a:cs typeface="Forum"/>
                <a:sym typeface="Forum"/>
              </a:defRPr>
            </a:lvl2pPr>
            <a:lvl3pPr lvl="2">
              <a:lnSpc>
                <a:spcPct val="80000"/>
              </a:lnSpc>
              <a:spcBef>
                <a:spcPts val="0"/>
              </a:spcBef>
              <a:spcAft>
                <a:spcPts val="0"/>
              </a:spcAft>
              <a:buClr>
                <a:schemeClr val="lt1"/>
              </a:buClr>
              <a:buSzPts val="1200"/>
              <a:buFont typeface="Forum"/>
              <a:buNone/>
              <a:defRPr sz="1200">
                <a:latin typeface="Forum"/>
                <a:ea typeface="Forum"/>
                <a:cs typeface="Forum"/>
                <a:sym typeface="Forum"/>
              </a:defRPr>
            </a:lvl3pPr>
            <a:lvl4pPr lvl="3">
              <a:lnSpc>
                <a:spcPct val="80000"/>
              </a:lnSpc>
              <a:spcBef>
                <a:spcPts val="0"/>
              </a:spcBef>
              <a:spcAft>
                <a:spcPts val="0"/>
              </a:spcAft>
              <a:buClr>
                <a:schemeClr val="lt1"/>
              </a:buClr>
              <a:buSzPts val="1200"/>
              <a:buFont typeface="Forum"/>
              <a:buNone/>
              <a:defRPr sz="1200">
                <a:latin typeface="Forum"/>
                <a:ea typeface="Forum"/>
                <a:cs typeface="Forum"/>
                <a:sym typeface="Forum"/>
              </a:defRPr>
            </a:lvl4pPr>
            <a:lvl5pPr lvl="4">
              <a:lnSpc>
                <a:spcPct val="80000"/>
              </a:lnSpc>
              <a:spcBef>
                <a:spcPts val="0"/>
              </a:spcBef>
              <a:spcAft>
                <a:spcPts val="0"/>
              </a:spcAft>
              <a:buClr>
                <a:schemeClr val="lt1"/>
              </a:buClr>
              <a:buSzPts val="1200"/>
              <a:buFont typeface="Forum"/>
              <a:buNone/>
              <a:defRPr sz="1200">
                <a:latin typeface="Forum"/>
                <a:ea typeface="Forum"/>
                <a:cs typeface="Forum"/>
                <a:sym typeface="Forum"/>
              </a:defRPr>
            </a:lvl5pPr>
            <a:lvl6pPr lvl="5">
              <a:lnSpc>
                <a:spcPct val="80000"/>
              </a:lnSpc>
              <a:spcBef>
                <a:spcPts val="0"/>
              </a:spcBef>
              <a:spcAft>
                <a:spcPts val="0"/>
              </a:spcAft>
              <a:buClr>
                <a:schemeClr val="lt1"/>
              </a:buClr>
              <a:buSzPts val="1200"/>
              <a:buFont typeface="Forum"/>
              <a:buNone/>
              <a:defRPr sz="1200">
                <a:latin typeface="Forum"/>
                <a:ea typeface="Forum"/>
                <a:cs typeface="Forum"/>
                <a:sym typeface="Forum"/>
              </a:defRPr>
            </a:lvl6pPr>
            <a:lvl7pPr lvl="6">
              <a:lnSpc>
                <a:spcPct val="80000"/>
              </a:lnSpc>
              <a:spcBef>
                <a:spcPts val="0"/>
              </a:spcBef>
              <a:spcAft>
                <a:spcPts val="0"/>
              </a:spcAft>
              <a:buClr>
                <a:schemeClr val="lt1"/>
              </a:buClr>
              <a:buSzPts val="1200"/>
              <a:buFont typeface="Forum"/>
              <a:buNone/>
              <a:defRPr sz="1200">
                <a:latin typeface="Forum"/>
                <a:ea typeface="Forum"/>
                <a:cs typeface="Forum"/>
                <a:sym typeface="Forum"/>
              </a:defRPr>
            </a:lvl7pPr>
            <a:lvl8pPr lvl="7">
              <a:lnSpc>
                <a:spcPct val="80000"/>
              </a:lnSpc>
              <a:spcBef>
                <a:spcPts val="0"/>
              </a:spcBef>
              <a:spcAft>
                <a:spcPts val="0"/>
              </a:spcAft>
              <a:buClr>
                <a:schemeClr val="lt1"/>
              </a:buClr>
              <a:buSzPts val="1200"/>
              <a:buFont typeface="Forum"/>
              <a:buNone/>
              <a:defRPr sz="1200">
                <a:latin typeface="Forum"/>
                <a:ea typeface="Forum"/>
                <a:cs typeface="Forum"/>
                <a:sym typeface="Forum"/>
              </a:defRPr>
            </a:lvl8pPr>
            <a:lvl9pPr lvl="8">
              <a:lnSpc>
                <a:spcPct val="80000"/>
              </a:lnSpc>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97" name="Google Shape;97;p19"/>
          <p:cNvSpPr txBox="1"/>
          <p:nvPr>
            <p:ph idx="8" type="subTitle"/>
          </p:nvPr>
        </p:nvSpPr>
        <p:spPr>
          <a:xfrm>
            <a:off x="1347975" y="2538374"/>
            <a:ext cx="1115700" cy="540000"/>
          </a:xfrm>
          <a:prstGeom prst="rect">
            <a:avLst/>
          </a:prstGeom>
        </p:spPr>
        <p:txBody>
          <a:bodyPr anchorCtr="0" anchor="t" bIns="91425" lIns="91425" spcFirstLastPara="1" rIns="91425" wrap="square" tIns="91425">
            <a:noAutofit/>
          </a:bodyPr>
          <a:lstStyle>
            <a:lvl1pPr lvl="0" algn="ctr">
              <a:lnSpc>
                <a:spcPct val="60000"/>
              </a:lnSpc>
              <a:spcBef>
                <a:spcPts val="0"/>
              </a:spcBef>
              <a:spcAft>
                <a:spcPts val="0"/>
              </a:spcAf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98" name="Google Shape;98;p19"/>
          <p:cNvSpPr txBox="1"/>
          <p:nvPr>
            <p:ph idx="9" type="subTitle"/>
          </p:nvPr>
        </p:nvSpPr>
        <p:spPr>
          <a:xfrm>
            <a:off x="4029350" y="2538374"/>
            <a:ext cx="1115700" cy="540000"/>
          </a:xfrm>
          <a:prstGeom prst="rect">
            <a:avLst/>
          </a:prstGeom>
        </p:spPr>
        <p:txBody>
          <a:bodyPr anchorCtr="0" anchor="t" bIns="91425" lIns="91425" spcFirstLastPara="1" rIns="91425" wrap="square" tIns="91425">
            <a:noAutofit/>
          </a:bodyPr>
          <a:lstStyle>
            <a:lvl1pPr lvl="0" algn="ctr">
              <a:lnSpc>
                <a:spcPct val="60000"/>
              </a:lnSpc>
              <a:spcBef>
                <a:spcPts val="0"/>
              </a:spcBef>
              <a:spcAft>
                <a:spcPts val="0"/>
              </a:spcAf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99" name="Google Shape;99;p19"/>
          <p:cNvSpPr txBox="1"/>
          <p:nvPr>
            <p:ph idx="13" type="subTitle"/>
          </p:nvPr>
        </p:nvSpPr>
        <p:spPr>
          <a:xfrm>
            <a:off x="6726463" y="2538374"/>
            <a:ext cx="1115700" cy="540000"/>
          </a:xfrm>
          <a:prstGeom prst="rect">
            <a:avLst/>
          </a:prstGeom>
        </p:spPr>
        <p:txBody>
          <a:bodyPr anchorCtr="0" anchor="t" bIns="91425" lIns="91425" spcFirstLastPara="1" rIns="91425" wrap="square" tIns="91425">
            <a:noAutofit/>
          </a:bodyPr>
          <a:lstStyle>
            <a:lvl1pPr lvl="0" algn="ctr">
              <a:lnSpc>
                <a:spcPct val="60000"/>
              </a:lnSpc>
              <a:spcBef>
                <a:spcPts val="0"/>
              </a:spcBef>
              <a:spcAft>
                <a:spcPts val="0"/>
              </a:spcAf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00" name="Google Shape;100;p19"/>
          <p:cNvSpPr txBox="1"/>
          <p:nvPr>
            <p:ph idx="14" type="subTitle"/>
          </p:nvPr>
        </p:nvSpPr>
        <p:spPr>
          <a:xfrm>
            <a:off x="2460300" y="4203499"/>
            <a:ext cx="1115700" cy="540000"/>
          </a:xfrm>
          <a:prstGeom prst="rect">
            <a:avLst/>
          </a:prstGeom>
        </p:spPr>
        <p:txBody>
          <a:bodyPr anchorCtr="0" anchor="t" bIns="91425" lIns="91425" spcFirstLastPara="1" rIns="91425" wrap="square" tIns="91425">
            <a:noAutofit/>
          </a:bodyPr>
          <a:lstStyle>
            <a:lvl1pPr lvl="0" algn="ctr">
              <a:lnSpc>
                <a:spcPct val="60000"/>
              </a:lnSpc>
              <a:spcBef>
                <a:spcPts val="0"/>
              </a:spcBef>
              <a:spcAft>
                <a:spcPts val="0"/>
              </a:spcAf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01" name="Google Shape;101;p19"/>
          <p:cNvSpPr txBox="1"/>
          <p:nvPr>
            <p:ph idx="15" type="subTitle"/>
          </p:nvPr>
        </p:nvSpPr>
        <p:spPr>
          <a:xfrm>
            <a:off x="5143650" y="4203499"/>
            <a:ext cx="1115700" cy="540000"/>
          </a:xfrm>
          <a:prstGeom prst="rect">
            <a:avLst/>
          </a:prstGeom>
        </p:spPr>
        <p:txBody>
          <a:bodyPr anchorCtr="0" anchor="t" bIns="91425" lIns="91425" spcFirstLastPara="1" rIns="91425" wrap="square" tIns="91425">
            <a:noAutofit/>
          </a:bodyPr>
          <a:lstStyle>
            <a:lvl1pPr lvl="0" algn="ctr">
              <a:lnSpc>
                <a:spcPct val="60000"/>
              </a:lnSpc>
              <a:spcBef>
                <a:spcPts val="0"/>
              </a:spcBef>
              <a:spcAft>
                <a:spcPts val="0"/>
              </a:spcAf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102" name="Google Shape;102;p19"/>
          <p:cNvSpPr txBox="1"/>
          <p:nvPr>
            <p:ph idx="16" type="subTitle"/>
          </p:nvPr>
        </p:nvSpPr>
        <p:spPr>
          <a:xfrm>
            <a:off x="7828275" y="4203499"/>
            <a:ext cx="1115700" cy="540000"/>
          </a:xfrm>
          <a:prstGeom prst="rect">
            <a:avLst/>
          </a:prstGeom>
        </p:spPr>
        <p:txBody>
          <a:bodyPr anchorCtr="0" anchor="t" bIns="91425" lIns="91425" spcFirstLastPara="1" rIns="91425" wrap="square" tIns="91425">
            <a:noAutofit/>
          </a:bodyPr>
          <a:lstStyle>
            <a:lvl1pPr lvl="0" algn="ctr">
              <a:lnSpc>
                <a:spcPct val="60000"/>
              </a:lnSpc>
              <a:spcBef>
                <a:spcPts val="0"/>
              </a:spcBef>
              <a:spcAft>
                <a:spcPts val="0"/>
              </a:spcAf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03" name="Google Shape;103;p19"/>
          <p:cNvSpPr txBox="1"/>
          <p:nvPr>
            <p:ph type="title"/>
          </p:nvPr>
        </p:nvSpPr>
        <p:spPr>
          <a:xfrm>
            <a:off x="228600" y="399325"/>
            <a:ext cx="3531300" cy="624600"/>
          </a:xfrm>
          <a:prstGeom prst="rect">
            <a:avLst/>
          </a:prstGeom>
        </p:spPr>
        <p:txBody>
          <a:bodyPr anchorCtr="0" anchor="t" bIns="0" lIns="0" spcFirstLastPara="1" rIns="91425" wrap="square" tIns="91425">
            <a:noAutofit/>
          </a:bodyPr>
          <a:lstStyle>
            <a:lvl1pPr lvl="0">
              <a:lnSpc>
                <a:spcPct val="60000"/>
              </a:lnSpc>
              <a:spcBef>
                <a:spcPts val="0"/>
              </a:spcBef>
              <a:spcAft>
                <a:spcPts val="0"/>
              </a:spcAft>
              <a:buClr>
                <a:schemeClr val="lt1"/>
              </a:buClr>
              <a:buSzPts val="3600"/>
              <a:buFont typeface="Forum"/>
              <a:buNone/>
              <a:defRPr sz="3600"/>
            </a:lvl1pPr>
            <a:lvl2pPr lvl="1">
              <a:lnSpc>
                <a:spcPct val="60000"/>
              </a:lnSpc>
              <a:spcBef>
                <a:spcPts val="0"/>
              </a:spcBef>
              <a:spcAft>
                <a:spcPts val="0"/>
              </a:spcAft>
              <a:buClr>
                <a:schemeClr val="lt1"/>
              </a:buClr>
              <a:buSzPts val="3600"/>
              <a:buFont typeface="Forum"/>
              <a:buNone/>
              <a:defRPr sz="3600">
                <a:latin typeface="Forum"/>
                <a:ea typeface="Forum"/>
                <a:cs typeface="Forum"/>
                <a:sym typeface="Forum"/>
              </a:defRPr>
            </a:lvl2pPr>
            <a:lvl3pPr lvl="2">
              <a:lnSpc>
                <a:spcPct val="60000"/>
              </a:lnSpc>
              <a:spcBef>
                <a:spcPts val="0"/>
              </a:spcBef>
              <a:spcAft>
                <a:spcPts val="0"/>
              </a:spcAft>
              <a:buClr>
                <a:schemeClr val="lt1"/>
              </a:buClr>
              <a:buSzPts val="3600"/>
              <a:buFont typeface="Forum"/>
              <a:buNone/>
              <a:defRPr sz="3600">
                <a:latin typeface="Forum"/>
                <a:ea typeface="Forum"/>
                <a:cs typeface="Forum"/>
                <a:sym typeface="Forum"/>
              </a:defRPr>
            </a:lvl3pPr>
            <a:lvl4pPr lvl="3">
              <a:lnSpc>
                <a:spcPct val="60000"/>
              </a:lnSpc>
              <a:spcBef>
                <a:spcPts val="0"/>
              </a:spcBef>
              <a:spcAft>
                <a:spcPts val="0"/>
              </a:spcAft>
              <a:buClr>
                <a:schemeClr val="lt1"/>
              </a:buClr>
              <a:buSzPts val="3600"/>
              <a:buFont typeface="Forum"/>
              <a:buNone/>
              <a:defRPr sz="3600">
                <a:latin typeface="Forum"/>
                <a:ea typeface="Forum"/>
                <a:cs typeface="Forum"/>
                <a:sym typeface="Forum"/>
              </a:defRPr>
            </a:lvl4pPr>
            <a:lvl5pPr lvl="4">
              <a:lnSpc>
                <a:spcPct val="60000"/>
              </a:lnSpc>
              <a:spcBef>
                <a:spcPts val="0"/>
              </a:spcBef>
              <a:spcAft>
                <a:spcPts val="0"/>
              </a:spcAft>
              <a:buClr>
                <a:schemeClr val="lt1"/>
              </a:buClr>
              <a:buSzPts val="3600"/>
              <a:buFont typeface="Forum"/>
              <a:buNone/>
              <a:defRPr sz="3600">
                <a:latin typeface="Forum"/>
                <a:ea typeface="Forum"/>
                <a:cs typeface="Forum"/>
                <a:sym typeface="Forum"/>
              </a:defRPr>
            </a:lvl5pPr>
            <a:lvl6pPr lvl="5">
              <a:lnSpc>
                <a:spcPct val="60000"/>
              </a:lnSpc>
              <a:spcBef>
                <a:spcPts val="0"/>
              </a:spcBef>
              <a:spcAft>
                <a:spcPts val="0"/>
              </a:spcAft>
              <a:buClr>
                <a:schemeClr val="lt1"/>
              </a:buClr>
              <a:buSzPts val="3600"/>
              <a:buFont typeface="Forum"/>
              <a:buNone/>
              <a:defRPr sz="3600">
                <a:latin typeface="Forum"/>
                <a:ea typeface="Forum"/>
                <a:cs typeface="Forum"/>
                <a:sym typeface="Forum"/>
              </a:defRPr>
            </a:lvl6pPr>
            <a:lvl7pPr lvl="6">
              <a:lnSpc>
                <a:spcPct val="60000"/>
              </a:lnSpc>
              <a:spcBef>
                <a:spcPts val="0"/>
              </a:spcBef>
              <a:spcAft>
                <a:spcPts val="0"/>
              </a:spcAft>
              <a:buClr>
                <a:schemeClr val="lt1"/>
              </a:buClr>
              <a:buSzPts val="3600"/>
              <a:buFont typeface="Forum"/>
              <a:buNone/>
              <a:defRPr sz="3600">
                <a:latin typeface="Forum"/>
                <a:ea typeface="Forum"/>
                <a:cs typeface="Forum"/>
                <a:sym typeface="Forum"/>
              </a:defRPr>
            </a:lvl7pPr>
            <a:lvl8pPr lvl="7">
              <a:lnSpc>
                <a:spcPct val="60000"/>
              </a:lnSpc>
              <a:spcBef>
                <a:spcPts val="0"/>
              </a:spcBef>
              <a:spcAft>
                <a:spcPts val="0"/>
              </a:spcAft>
              <a:buClr>
                <a:schemeClr val="lt1"/>
              </a:buClr>
              <a:buSzPts val="3600"/>
              <a:buFont typeface="Forum"/>
              <a:buNone/>
              <a:defRPr sz="3600">
                <a:latin typeface="Forum"/>
                <a:ea typeface="Forum"/>
                <a:cs typeface="Forum"/>
                <a:sym typeface="Forum"/>
              </a:defRPr>
            </a:lvl8pPr>
            <a:lvl9pPr lvl="8">
              <a:lnSpc>
                <a:spcPct val="60000"/>
              </a:lnSpc>
              <a:spcBef>
                <a:spcPts val="0"/>
              </a:spcBef>
              <a:spcAft>
                <a:spcPts val="0"/>
              </a:spcAft>
              <a:buClr>
                <a:schemeClr val="lt1"/>
              </a:buClr>
              <a:buSzPts val="3600"/>
              <a:buFont typeface="Forum"/>
              <a:buNone/>
              <a:defRPr sz="3600">
                <a:latin typeface="Forum"/>
                <a:ea typeface="Forum"/>
                <a:cs typeface="Forum"/>
                <a:sym typeface="Forum"/>
              </a:defRPr>
            </a:lvl9pPr>
          </a:lstStyle>
          <a:p/>
        </p:txBody>
      </p:sp>
      <p:sp>
        <p:nvSpPr>
          <p:cNvPr id="104" name="Google Shape;104;p19"/>
          <p:cNvSpPr txBox="1"/>
          <p:nvPr>
            <p:ph idx="17" type="subTitle"/>
          </p:nvPr>
        </p:nvSpPr>
        <p:spPr>
          <a:xfrm>
            <a:off x="4026975" y="2325217"/>
            <a:ext cx="1115700" cy="156900"/>
          </a:xfrm>
          <a:prstGeom prst="rect">
            <a:avLst/>
          </a:prstGeom>
        </p:spPr>
        <p:txBody>
          <a:bodyPr anchorCtr="0" anchor="b" bIns="0" lIns="91425" spcFirstLastPara="1" rIns="91425" wrap="square" tIns="91425">
            <a:noAutofit/>
          </a:bodyPr>
          <a:lstStyle>
            <a:lvl1pPr lvl="0" algn="ctr">
              <a:lnSpc>
                <a:spcPct val="80000"/>
              </a:lnSpc>
              <a:spcBef>
                <a:spcPts val="0"/>
              </a:spcBef>
              <a:spcAft>
                <a:spcPts val="0"/>
              </a:spcAft>
              <a:buNone/>
              <a:defRPr sz="1200">
                <a:solidFill>
                  <a:schemeClr val="dk1"/>
                </a:solidFill>
              </a:defRPr>
            </a:lvl1pPr>
            <a:lvl2pPr lvl="1">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2pPr>
            <a:lvl3pPr lvl="2">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3pPr>
            <a:lvl4pPr lvl="3">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4pPr>
            <a:lvl5pPr lvl="4">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5pPr>
            <a:lvl6pPr lvl="5">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6pPr>
            <a:lvl7pPr lvl="6">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7pPr>
            <a:lvl8pPr lvl="7">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8pPr>
            <a:lvl9pPr lvl="8">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9pPr>
          </a:lstStyle>
          <a:p/>
        </p:txBody>
      </p:sp>
      <p:sp>
        <p:nvSpPr>
          <p:cNvPr id="105" name="Google Shape;105;p19"/>
          <p:cNvSpPr txBox="1"/>
          <p:nvPr>
            <p:ph idx="18" type="subTitle"/>
          </p:nvPr>
        </p:nvSpPr>
        <p:spPr>
          <a:xfrm>
            <a:off x="6708175" y="2325217"/>
            <a:ext cx="1115700" cy="156900"/>
          </a:xfrm>
          <a:prstGeom prst="rect">
            <a:avLst/>
          </a:prstGeom>
        </p:spPr>
        <p:txBody>
          <a:bodyPr anchorCtr="0" anchor="b" bIns="0" lIns="91425" spcFirstLastPara="1" rIns="91425" wrap="square" tIns="91425">
            <a:noAutofit/>
          </a:bodyPr>
          <a:lstStyle>
            <a:lvl1pPr lvl="0" algn="ctr">
              <a:lnSpc>
                <a:spcPct val="80000"/>
              </a:lnSpc>
              <a:spcBef>
                <a:spcPts val="0"/>
              </a:spcBef>
              <a:spcAft>
                <a:spcPts val="0"/>
              </a:spcAft>
              <a:buNone/>
              <a:defRPr sz="1200"/>
            </a:lvl1pPr>
            <a:lvl2pPr lvl="1">
              <a:lnSpc>
                <a:spcPct val="80000"/>
              </a:lnSpc>
              <a:spcBef>
                <a:spcPts val="0"/>
              </a:spcBef>
              <a:spcAft>
                <a:spcPts val="0"/>
              </a:spcAft>
              <a:buClr>
                <a:schemeClr val="lt1"/>
              </a:buClr>
              <a:buSzPts val="1200"/>
              <a:buFont typeface="Forum"/>
              <a:buNone/>
              <a:defRPr sz="1200">
                <a:latin typeface="Forum"/>
                <a:ea typeface="Forum"/>
                <a:cs typeface="Forum"/>
                <a:sym typeface="Forum"/>
              </a:defRPr>
            </a:lvl2pPr>
            <a:lvl3pPr lvl="2">
              <a:lnSpc>
                <a:spcPct val="80000"/>
              </a:lnSpc>
              <a:spcBef>
                <a:spcPts val="0"/>
              </a:spcBef>
              <a:spcAft>
                <a:spcPts val="0"/>
              </a:spcAft>
              <a:buClr>
                <a:schemeClr val="lt1"/>
              </a:buClr>
              <a:buSzPts val="1200"/>
              <a:buFont typeface="Forum"/>
              <a:buNone/>
              <a:defRPr sz="1200">
                <a:latin typeface="Forum"/>
                <a:ea typeface="Forum"/>
                <a:cs typeface="Forum"/>
                <a:sym typeface="Forum"/>
              </a:defRPr>
            </a:lvl3pPr>
            <a:lvl4pPr lvl="3">
              <a:lnSpc>
                <a:spcPct val="80000"/>
              </a:lnSpc>
              <a:spcBef>
                <a:spcPts val="0"/>
              </a:spcBef>
              <a:spcAft>
                <a:spcPts val="0"/>
              </a:spcAft>
              <a:buClr>
                <a:schemeClr val="lt1"/>
              </a:buClr>
              <a:buSzPts val="1200"/>
              <a:buFont typeface="Forum"/>
              <a:buNone/>
              <a:defRPr sz="1200">
                <a:latin typeface="Forum"/>
                <a:ea typeface="Forum"/>
                <a:cs typeface="Forum"/>
                <a:sym typeface="Forum"/>
              </a:defRPr>
            </a:lvl4pPr>
            <a:lvl5pPr lvl="4">
              <a:lnSpc>
                <a:spcPct val="80000"/>
              </a:lnSpc>
              <a:spcBef>
                <a:spcPts val="0"/>
              </a:spcBef>
              <a:spcAft>
                <a:spcPts val="0"/>
              </a:spcAft>
              <a:buClr>
                <a:schemeClr val="lt1"/>
              </a:buClr>
              <a:buSzPts val="1200"/>
              <a:buFont typeface="Forum"/>
              <a:buNone/>
              <a:defRPr sz="1200">
                <a:latin typeface="Forum"/>
                <a:ea typeface="Forum"/>
                <a:cs typeface="Forum"/>
                <a:sym typeface="Forum"/>
              </a:defRPr>
            </a:lvl5pPr>
            <a:lvl6pPr lvl="5">
              <a:lnSpc>
                <a:spcPct val="80000"/>
              </a:lnSpc>
              <a:spcBef>
                <a:spcPts val="0"/>
              </a:spcBef>
              <a:spcAft>
                <a:spcPts val="0"/>
              </a:spcAft>
              <a:buClr>
                <a:schemeClr val="lt1"/>
              </a:buClr>
              <a:buSzPts val="1200"/>
              <a:buFont typeface="Forum"/>
              <a:buNone/>
              <a:defRPr sz="1200">
                <a:latin typeface="Forum"/>
                <a:ea typeface="Forum"/>
                <a:cs typeface="Forum"/>
                <a:sym typeface="Forum"/>
              </a:defRPr>
            </a:lvl6pPr>
            <a:lvl7pPr lvl="6">
              <a:lnSpc>
                <a:spcPct val="80000"/>
              </a:lnSpc>
              <a:spcBef>
                <a:spcPts val="0"/>
              </a:spcBef>
              <a:spcAft>
                <a:spcPts val="0"/>
              </a:spcAft>
              <a:buClr>
                <a:schemeClr val="lt1"/>
              </a:buClr>
              <a:buSzPts val="1200"/>
              <a:buFont typeface="Forum"/>
              <a:buNone/>
              <a:defRPr sz="1200">
                <a:latin typeface="Forum"/>
                <a:ea typeface="Forum"/>
                <a:cs typeface="Forum"/>
                <a:sym typeface="Forum"/>
              </a:defRPr>
            </a:lvl7pPr>
            <a:lvl8pPr lvl="7">
              <a:lnSpc>
                <a:spcPct val="80000"/>
              </a:lnSpc>
              <a:spcBef>
                <a:spcPts val="0"/>
              </a:spcBef>
              <a:spcAft>
                <a:spcPts val="0"/>
              </a:spcAft>
              <a:buClr>
                <a:schemeClr val="lt1"/>
              </a:buClr>
              <a:buSzPts val="1200"/>
              <a:buFont typeface="Forum"/>
              <a:buNone/>
              <a:defRPr sz="1200">
                <a:latin typeface="Forum"/>
                <a:ea typeface="Forum"/>
                <a:cs typeface="Forum"/>
                <a:sym typeface="Forum"/>
              </a:defRPr>
            </a:lvl8pPr>
            <a:lvl9pPr lvl="8">
              <a:lnSpc>
                <a:spcPct val="80000"/>
              </a:lnSpc>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106" name="Google Shape;106;p19"/>
          <p:cNvSpPr txBox="1"/>
          <p:nvPr>
            <p:ph idx="19" type="subTitle"/>
          </p:nvPr>
        </p:nvSpPr>
        <p:spPr>
          <a:xfrm>
            <a:off x="2457750" y="3991542"/>
            <a:ext cx="1115700" cy="156900"/>
          </a:xfrm>
          <a:prstGeom prst="rect">
            <a:avLst/>
          </a:prstGeom>
        </p:spPr>
        <p:txBody>
          <a:bodyPr anchorCtr="0" anchor="b" bIns="0" lIns="91425" spcFirstLastPara="1" rIns="91425" wrap="square" tIns="91425">
            <a:noAutofit/>
          </a:bodyPr>
          <a:lstStyle>
            <a:lvl1pPr lvl="0" algn="ctr">
              <a:lnSpc>
                <a:spcPct val="80000"/>
              </a:lnSpc>
              <a:spcBef>
                <a:spcPts val="0"/>
              </a:spcBef>
              <a:spcAft>
                <a:spcPts val="0"/>
              </a:spcAft>
              <a:buNone/>
              <a:defRPr sz="1200"/>
            </a:lvl1pPr>
            <a:lvl2pPr lvl="1">
              <a:lnSpc>
                <a:spcPct val="80000"/>
              </a:lnSpc>
              <a:spcBef>
                <a:spcPts val="0"/>
              </a:spcBef>
              <a:spcAft>
                <a:spcPts val="0"/>
              </a:spcAft>
              <a:buClr>
                <a:schemeClr val="lt1"/>
              </a:buClr>
              <a:buSzPts val="1200"/>
              <a:buFont typeface="Forum"/>
              <a:buNone/>
              <a:defRPr sz="1200">
                <a:latin typeface="Forum"/>
                <a:ea typeface="Forum"/>
                <a:cs typeface="Forum"/>
                <a:sym typeface="Forum"/>
              </a:defRPr>
            </a:lvl2pPr>
            <a:lvl3pPr lvl="2">
              <a:lnSpc>
                <a:spcPct val="80000"/>
              </a:lnSpc>
              <a:spcBef>
                <a:spcPts val="0"/>
              </a:spcBef>
              <a:spcAft>
                <a:spcPts val="0"/>
              </a:spcAft>
              <a:buClr>
                <a:schemeClr val="lt1"/>
              </a:buClr>
              <a:buSzPts val="1200"/>
              <a:buFont typeface="Forum"/>
              <a:buNone/>
              <a:defRPr sz="1200">
                <a:latin typeface="Forum"/>
                <a:ea typeface="Forum"/>
                <a:cs typeface="Forum"/>
                <a:sym typeface="Forum"/>
              </a:defRPr>
            </a:lvl3pPr>
            <a:lvl4pPr lvl="3">
              <a:lnSpc>
                <a:spcPct val="80000"/>
              </a:lnSpc>
              <a:spcBef>
                <a:spcPts val="0"/>
              </a:spcBef>
              <a:spcAft>
                <a:spcPts val="0"/>
              </a:spcAft>
              <a:buClr>
                <a:schemeClr val="lt1"/>
              </a:buClr>
              <a:buSzPts val="1200"/>
              <a:buFont typeface="Forum"/>
              <a:buNone/>
              <a:defRPr sz="1200">
                <a:latin typeface="Forum"/>
                <a:ea typeface="Forum"/>
                <a:cs typeface="Forum"/>
                <a:sym typeface="Forum"/>
              </a:defRPr>
            </a:lvl4pPr>
            <a:lvl5pPr lvl="4">
              <a:lnSpc>
                <a:spcPct val="80000"/>
              </a:lnSpc>
              <a:spcBef>
                <a:spcPts val="0"/>
              </a:spcBef>
              <a:spcAft>
                <a:spcPts val="0"/>
              </a:spcAft>
              <a:buClr>
                <a:schemeClr val="lt1"/>
              </a:buClr>
              <a:buSzPts val="1200"/>
              <a:buFont typeface="Forum"/>
              <a:buNone/>
              <a:defRPr sz="1200">
                <a:latin typeface="Forum"/>
                <a:ea typeface="Forum"/>
                <a:cs typeface="Forum"/>
                <a:sym typeface="Forum"/>
              </a:defRPr>
            </a:lvl5pPr>
            <a:lvl6pPr lvl="5">
              <a:lnSpc>
                <a:spcPct val="80000"/>
              </a:lnSpc>
              <a:spcBef>
                <a:spcPts val="0"/>
              </a:spcBef>
              <a:spcAft>
                <a:spcPts val="0"/>
              </a:spcAft>
              <a:buClr>
                <a:schemeClr val="lt1"/>
              </a:buClr>
              <a:buSzPts val="1200"/>
              <a:buFont typeface="Forum"/>
              <a:buNone/>
              <a:defRPr sz="1200">
                <a:latin typeface="Forum"/>
                <a:ea typeface="Forum"/>
                <a:cs typeface="Forum"/>
                <a:sym typeface="Forum"/>
              </a:defRPr>
            </a:lvl6pPr>
            <a:lvl7pPr lvl="6">
              <a:lnSpc>
                <a:spcPct val="80000"/>
              </a:lnSpc>
              <a:spcBef>
                <a:spcPts val="0"/>
              </a:spcBef>
              <a:spcAft>
                <a:spcPts val="0"/>
              </a:spcAft>
              <a:buClr>
                <a:schemeClr val="lt1"/>
              </a:buClr>
              <a:buSzPts val="1200"/>
              <a:buFont typeface="Forum"/>
              <a:buNone/>
              <a:defRPr sz="1200">
                <a:latin typeface="Forum"/>
                <a:ea typeface="Forum"/>
                <a:cs typeface="Forum"/>
                <a:sym typeface="Forum"/>
              </a:defRPr>
            </a:lvl7pPr>
            <a:lvl8pPr lvl="7">
              <a:lnSpc>
                <a:spcPct val="80000"/>
              </a:lnSpc>
              <a:spcBef>
                <a:spcPts val="0"/>
              </a:spcBef>
              <a:spcAft>
                <a:spcPts val="0"/>
              </a:spcAft>
              <a:buClr>
                <a:schemeClr val="lt1"/>
              </a:buClr>
              <a:buSzPts val="1200"/>
              <a:buFont typeface="Forum"/>
              <a:buNone/>
              <a:defRPr sz="1200">
                <a:latin typeface="Forum"/>
                <a:ea typeface="Forum"/>
                <a:cs typeface="Forum"/>
                <a:sym typeface="Forum"/>
              </a:defRPr>
            </a:lvl8pPr>
            <a:lvl9pPr lvl="8">
              <a:lnSpc>
                <a:spcPct val="80000"/>
              </a:lnSpc>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107" name="Google Shape;107;p19"/>
          <p:cNvSpPr txBox="1"/>
          <p:nvPr>
            <p:ph idx="20" type="subTitle"/>
          </p:nvPr>
        </p:nvSpPr>
        <p:spPr>
          <a:xfrm>
            <a:off x="5142375" y="3991542"/>
            <a:ext cx="1115700" cy="156900"/>
          </a:xfrm>
          <a:prstGeom prst="rect">
            <a:avLst/>
          </a:prstGeom>
        </p:spPr>
        <p:txBody>
          <a:bodyPr anchorCtr="0" anchor="b" bIns="0" lIns="91425" spcFirstLastPara="1" rIns="91425" wrap="square" tIns="91425">
            <a:noAutofit/>
          </a:bodyPr>
          <a:lstStyle>
            <a:lvl1pPr lvl="0" algn="ctr">
              <a:lnSpc>
                <a:spcPct val="80000"/>
              </a:lnSpc>
              <a:spcBef>
                <a:spcPts val="0"/>
              </a:spcBef>
              <a:spcAft>
                <a:spcPts val="0"/>
              </a:spcAft>
              <a:buNone/>
              <a:defRPr sz="1200">
                <a:solidFill>
                  <a:schemeClr val="dk1"/>
                </a:solidFill>
              </a:defRPr>
            </a:lvl1pPr>
            <a:lvl2pPr lvl="1">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2pPr>
            <a:lvl3pPr lvl="2">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3pPr>
            <a:lvl4pPr lvl="3">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4pPr>
            <a:lvl5pPr lvl="4">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5pPr>
            <a:lvl6pPr lvl="5">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6pPr>
            <a:lvl7pPr lvl="6">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7pPr>
            <a:lvl8pPr lvl="7">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8pPr>
            <a:lvl9pPr lvl="8">
              <a:lnSpc>
                <a:spcPct val="80000"/>
              </a:lnSpc>
              <a:spcBef>
                <a:spcPts val="0"/>
              </a:spcBef>
              <a:spcAft>
                <a:spcPts val="0"/>
              </a:spcAft>
              <a:buClr>
                <a:schemeClr val="dk1"/>
              </a:buClr>
              <a:buSzPts val="1200"/>
              <a:buFont typeface="Forum"/>
              <a:buNone/>
              <a:defRPr sz="1200">
                <a:solidFill>
                  <a:schemeClr val="dk1"/>
                </a:solidFill>
                <a:latin typeface="Forum"/>
                <a:ea typeface="Forum"/>
                <a:cs typeface="Forum"/>
                <a:sym typeface="Forum"/>
              </a:defRPr>
            </a:lvl9pPr>
          </a:lstStyle>
          <a:p/>
        </p:txBody>
      </p:sp>
      <p:sp>
        <p:nvSpPr>
          <p:cNvPr id="108" name="Google Shape;108;p19"/>
          <p:cNvSpPr txBox="1"/>
          <p:nvPr>
            <p:ph idx="21" type="subTitle"/>
          </p:nvPr>
        </p:nvSpPr>
        <p:spPr>
          <a:xfrm>
            <a:off x="7825725" y="3991542"/>
            <a:ext cx="1115700" cy="156900"/>
          </a:xfrm>
          <a:prstGeom prst="rect">
            <a:avLst/>
          </a:prstGeom>
        </p:spPr>
        <p:txBody>
          <a:bodyPr anchorCtr="0" anchor="b" bIns="0" lIns="91425" spcFirstLastPara="1" rIns="91425" wrap="square" tIns="91425">
            <a:noAutofit/>
          </a:bodyPr>
          <a:lstStyle>
            <a:lvl1pPr lvl="0" algn="ctr">
              <a:lnSpc>
                <a:spcPct val="80000"/>
              </a:lnSpc>
              <a:spcBef>
                <a:spcPts val="0"/>
              </a:spcBef>
              <a:spcAft>
                <a:spcPts val="0"/>
              </a:spcAft>
              <a:buNone/>
              <a:defRPr sz="1200"/>
            </a:lvl1pPr>
            <a:lvl2pPr lvl="1">
              <a:lnSpc>
                <a:spcPct val="80000"/>
              </a:lnSpc>
              <a:spcBef>
                <a:spcPts val="0"/>
              </a:spcBef>
              <a:spcAft>
                <a:spcPts val="0"/>
              </a:spcAft>
              <a:buClr>
                <a:schemeClr val="lt1"/>
              </a:buClr>
              <a:buSzPts val="1200"/>
              <a:buFont typeface="Forum"/>
              <a:buNone/>
              <a:defRPr sz="1200">
                <a:latin typeface="Forum"/>
                <a:ea typeface="Forum"/>
                <a:cs typeface="Forum"/>
                <a:sym typeface="Forum"/>
              </a:defRPr>
            </a:lvl2pPr>
            <a:lvl3pPr lvl="2">
              <a:lnSpc>
                <a:spcPct val="80000"/>
              </a:lnSpc>
              <a:spcBef>
                <a:spcPts val="0"/>
              </a:spcBef>
              <a:spcAft>
                <a:spcPts val="0"/>
              </a:spcAft>
              <a:buClr>
                <a:schemeClr val="lt1"/>
              </a:buClr>
              <a:buSzPts val="1200"/>
              <a:buFont typeface="Forum"/>
              <a:buNone/>
              <a:defRPr sz="1200">
                <a:latin typeface="Forum"/>
                <a:ea typeface="Forum"/>
                <a:cs typeface="Forum"/>
                <a:sym typeface="Forum"/>
              </a:defRPr>
            </a:lvl3pPr>
            <a:lvl4pPr lvl="3">
              <a:lnSpc>
                <a:spcPct val="80000"/>
              </a:lnSpc>
              <a:spcBef>
                <a:spcPts val="0"/>
              </a:spcBef>
              <a:spcAft>
                <a:spcPts val="0"/>
              </a:spcAft>
              <a:buClr>
                <a:schemeClr val="lt1"/>
              </a:buClr>
              <a:buSzPts val="1200"/>
              <a:buFont typeface="Forum"/>
              <a:buNone/>
              <a:defRPr sz="1200">
                <a:latin typeface="Forum"/>
                <a:ea typeface="Forum"/>
                <a:cs typeface="Forum"/>
                <a:sym typeface="Forum"/>
              </a:defRPr>
            </a:lvl4pPr>
            <a:lvl5pPr lvl="4">
              <a:lnSpc>
                <a:spcPct val="80000"/>
              </a:lnSpc>
              <a:spcBef>
                <a:spcPts val="0"/>
              </a:spcBef>
              <a:spcAft>
                <a:spcPts val="0"/>
              </a:spcAft>
              <a:buClr>
                <a:schemeClr val="lt1"/>
              </a:buClr>
              <a:buSzPts val="1200"/>
              <a:buFont typeface="Forum"/>
              <a:buNone/>
              <a:defRPr sz="1200">
                <a:latin typeface="Forum"/>
                <a:ea typeface="Forum"/>
                <a:cs typeface="Forum"/>
                <a:sym typeface="Forum"/>
              </a:defRPr>
            </a:lvl5pPr>
            <a:lvl6pPr lvl="5">
              <a:lnSpc>
                <a:spcPct val="80000"/>
              </a:lnSpc>
              <a:spcBef>
                <a:spcPts val="0"/>
              </a:spcBef>
              <a:spcAft>
                <a:spcPts val="0"/>
              </a:spcAft>
              <a:buClr>
                <a:schemeClr val="lt1"/>
              </a:buClr>
              <a:buSzPts val="1200"/>
              <a:buFont typeface="Forum"/>
              <a:buNone/>
              <a:defRPr sz="1200">
                <a:latin typeface="Forum"/>
                <a:ea typeface="Forum"/>
                <a:cs typeface="Forum"/>
                <a:sym typeface="Forum"/>
              </a:defRPr>
            </a:lvl6pPr>
            <a:lvl7pPr lvl="6">
              <a:lnSpc>
                <a:spcPct val="80000"/>
              </a:lnSpc>
              <a:spcBef>
                <a:spcPts val="0"/>
              </a:spcBef>
              <a:spcAft>
                <a:spcPts val="0"/>
              </a:spcAft>
              <a:buClr>
                <a:schemeClr val="lt1"/>
              </a:buClr>
              <a:buSzPts val="1200"/>
              <a:buFont typeface="Forum"/>
              <a:buNone/>
              <a:defRPr sz="1200">
                <a:latin typeface="Forum"/>
                <a:ea typeface="Forum"/>
                <a:cs typeface="Forum"/>
                <a:sym typeface="Forum"/>
              </a:defRPr>
            </a:lvl7pPr>
            <a:lvl8pPr lvl="7">
              <a:lnSpc>
                <a:spcPct val="80000"/>
              </a:lnSpc>
              <a:spcBef>
                <a:spcPts val="0"/>
              </a:spcBef>
              <a:spcAft>
                <a:spcPts val="0"/>
              </a:spcAft>
              <a:buClr>
                <a:schemeClr val="lt1"/>
              </a:buClr>
              <a:buSzPts val="1200"/>
              <a:buFont typeface="Forum"/>
              <a:buNone/>
              <a:defRPr sz="1200">
                <a:latin typeface="Forum"/>
                <a:ea typeface="Forum"/>
                <a:cs typeface="Forum"/>
                <a:sym typeface="Forum"/>
              </a:defRPr>
            </a:lvl8pPr>
            <a:lvl9pPr lvl="8">
              <a:lnSpc>
                <a:spcPct val="80000"/>
              </a:lnSpc>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109" name="Google Shape;109;p19"/>
          <p:cNvSpPr txBox="1"/>
          <p:nvPr>
            <p:ph idx="22"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110" name="Google Shape;110;p19"/>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Medium">
  <p:cSld name="BLANK_1_1_2_1">
    <p:spTree>
      <p:nvGrpSpPr>
        <p:cNvPr id="111" name="Shape 111"/>
        <p:cNvGrpSpPr/>
        <p:nvPr/>
      </p:nvGrpSpPr>
      <p:grpSpPr>
        <a:xfrm>
          <a:off x="0" y="0"/>
          <a:ext cx="0" cy="0"/>
          <a:chOff x="0" y="0"/>
          <a:chExt cx="0" cy="0"/>
        </a:xfrm>
      </p:grpSpPr>
      <p:sp>
        <p:nvSpPr>
          <p:cNvPr id="112" name="Google Shape;112;p20"/>
          <p:cNvSpPr/>
          <p:nvPr>
            <p:ph idx="2" type="pic"/>
          </p:nvPr>
        </p:nvSpPr>
        <p:spPr>
          <a:xfrm>
            <a:off x="228600" y="1512356"/>
            <a:ext cx="1074900" cy="1505100"/>
          </a:xfrm>
          <a:prstGeom prst="roundRect">
            <a:avLst>
              <a:gd fmla="val 17439" name="adj"/>
            </a:avLst>
          </a:prstGeom>
          <a:noFill/>
          <a:ln>
            <a:noFill/>
          </a:ln>
        </p:spPr>
      </p:sp>
      <p:sp>
        <p:nvSpPr>
          <p:cNvPr id="113" name="Google Shape;113;p20"/>
          <p:cNvSpPr txBox="1"/>
          <p:nvPr>
            <p:ph idx="1" type="subTitle"/>
          </p:nvPr>
        </p:nvSpPr>
        <p:spPr>
          <a:xfrm>
            <a:off x="1305750" y="2370426"/>
            <a:ext cx="1615500" cy="464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None/>
              <a:defRPr/>
            </a:lvl1pPr>
            <a:lvl2pPr lvl="1">
              <a:lnSpc>
                <a:spcPct val="80000"/>
              </a:lnSpc>
              <a:spcBef>
                <a:spcPts val="0"/>
              </a:spcBef>
              <a:spcAft>
                <a:spcPts val="0"/>
              </a:spcAft>
              <a:buClr>
                <a:schemeClr val="lt1"/>
              </a:buClr>
              <a:buSzPts val="1400"/>
              <a:buFont typeface="Forum"/>
              <a:buNone/>
              <a:defRPr>
                <a:latin typeface="Forum"/>
                <a:ea typeface="Forum"/>
                <a:cs typeface="Forum"/>
                <a:sym typeface="Forum"/>
              </a:defRPr>
            </a:lvl2pPr>
            <a:lvl3pPr lvl="2">
              <a:lnSpc>
                <a:spcPct val="80000"/>
              </a:lnSpc>
              <a:spcBef>
                <a:spcPts val="0"/>
              </a:spcBef>
              <a:spcAft>
                <a:spcPts val="0"/>
              </a:spcAft>
              <a:buClr>
                <a:schemeClr val="lt1"/>
              </a:buClr>
              <a:buSzPts val="1400"/>
              <a:buFont typeface="Forum"/>
              <a:buNone/>
              <a:defRPr>
                <a:latin typeface="Forum"/>
                <a:ea typeface="Forum"/>
                <a:cs typeface="Forum"/>
                <a:sym typeface="Forum"/>
              </a:defRPr>
            </a:lvl3pPr>
            <a:lvl4pPr lvl="3">
              <a:lnSpc>
                <a:spcPct val="80000"/>
              </a:lnSpc>
              <a:spcBef>
                <a:spcPts val="0"/>
              </a:spcBef>
              <a:spcAft>
                <a:spcPts val="0"/>
              </a:spcAft>
              <a:buClr>
                <a:schemeClr val="lt1"/>
              </a:buClr>
              <a:buSzPts val="1400"/>
              <a:buFont typeface="Forum"/>
              <a:buNone/>
              <a:defRPr>
                <a:latin typeface="Forum"/>
                <a:ea typeface="Forum"/>
                <a:cs typeface="Forum"/>
                <a:sym typeface="Forum"/>
              </a:defRPr>
            </a:lvl4pPr>
            <a:lvl5pPr lvl="4">
              <a:lnSpc>
                <a:spcPct val="80000"/>
              </a:lnSpc>
              <a:spcBef>
                <a:spcPts val="0"/>
              </a:spcBef>
              <a:spcAft>
                <a:spcPts val="0"/>
              </a:spcAft>
              <a:buClr>
                <a:schemeClr val="lt1"/>
              </a:buClr>
              <a:buSzPts val="1400"/>
              <a:buFont typeface="Forum"/>
              <a:buNone/>
              <a:defRPr>
                <a:latin typeface="Forum"/>
                <a:ea typeface="Forum"/>
                <a:cs typeface="Forum"/>
                <a:sym typeface="Forum"/>
              </a:defRPr>
            </a:lvl5pPr>
            <a:lvl6pPr lvl="5">
              <a:lnSpc>
                <a:spcPct val="80000"/>
              </a:lnSpc>
              <a:spcBef>
                <a:spcPts val="0"/>
              </a:spcBef>
              <a:spcAft>
                <a:spcPts val="0"/>
              </a:spcAft>
              <a:buClr>
                <a:schemeClr val="lt1"/>
              </a:buClr>
              <a:buSzPts val="1400"/>
              <a:buFont typeface="Forum"/>
              <a:buNone/>
              <a:defRPr>
                <a:latin typeface="Forum"/>
                <a:ea typeface="Forum"/>
                <a:cs typeface="Forum"/>
                <a:sym typeface="Forum"/>
              </a:defRPr>
            </a:lvl6pPr>
            <a:lvl7pPr lvl="6">
              <a:lnSpc>
                <a:spcPct val="80000"/>
              </a:lnSpc>
              <a:spcBef>
                <a:spcPts val="0"/>
              </a:spcBef>
              <a:spcAft>
                <a:spcPts val="0"/>
              </a:spcAft>
              <a:buClr>
                <a:schemeClr val="lt1"/>
              </a:buClr>
              <a:buSzPts val="1400"/>
              <a:buFont typeface="Forum"/>
              <a:buNone/>
              <a:defRPr>
                <a:latin typeface="Forum"/>
                <a:ea typeface="Forum"/>
                <a:cs typeface="Forum"/>
                <a:sym typeface="Forum"/>
              </a:defRPr>
            </a:lvl7pPr>
            <a:lvl8pPr lvl="7">
              <a:lnSpc>
                <a:spcPct val="80000"/>
              </a:lnSpc>
              <a:spcBef>
                <a:spcPts val="0"/>
              </a:spcBef>
              <a:spcAft>
                <a:spcPts val="0"/>
              </a:spcAft>
              <a:buClr>
                <a:schemeClr val="lt1"/>
              </a:buClr>
              <a:buSzPts val="1400"/>
              <a:buFont typeface="Forum"/>
              <a:buNone/>
              <a:defRPr>
                <a:latin typeface="Forum"/>
                <a:ea typeface="Forum"/>
                <a:cs typeface="Forum"/>
                <a:sym typeface="Forum"/>
              </a:defRPr>
            </a:lvl8pPr>
            <a:lvl9pPr lvl="8">
              <a:lnSpc>
                <a:spcPct val="80000"/>
              </a:lnSpc>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114" name="Google Shape;114;p20"/>
          <p:cNvSpPr txBox="1"/>
          <p:nvPr>
            <p:ph idx="3" type="subTitle"/>
          </p:nvPr>
        </p:nvSpPr>
        <p:spPr>
          <a:xfrm>
            <a:off x="1305750" y="2829850"/>
            <a:ext cx="1445400" cy="540000"/>
          </a:xfrm>
          <a:prstGeom prst="rect">
            <a:avLst/>
          </a:prstGeom>
        </p:spPr>
        <p:txBody>
          <a:bodyPr anchorCtr="0" anchor="t" bIns="91425" lIns="91425" spcFirstLastPara="1" rIns="91425" wrap="square" tIns="91425">
            <a:noAutofit/>
          </a:bodyPr>
          <a:lstStyle>
            <a:lvl1pPr lvl="0">
              <a:lnSpc>
                <a:spcPct val="60000"/>
              </a:lnSpc>
              <a:spcBef>
                <a:spcPts val="0"/>
              </a:spcBef>
              <a:spcAft>
                <a:spcPts val="0"/>
              </a:spcAf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15" name="Google Shape;115;p20"/>
          <p:cNvSpPr/>
          <p:nvPr>
            <p:ph idx="4" type="pic"/>
          </p:nvPr>
        </p:nvSpPr>
        <p:spPr>
          <a:xfrm>
            <a:off x="228600" y="3173818"/>
            <a:ext cx="1074900" cy="1505100"/>
          </a:xfrm>
          <a:prstGeom prst="roundRect">
            <a:avLst>
              <a:gd fmla="val 17439" name="adj"/>
            </a:avLst>
          </a:prstGeom>
          <a:noFill/>
          <a:ln>
            <a:noFill/>
          </a:ln>
        </p:spPr>
      </p:sp>
      <p:sp>
        <p:nvSpPr>
          <p:cNvPr id="116" name="Google Shape;116;p20"/>
          <p:cNvSpPr txBox="1"/>
          <p:nvPr>
            <p:ph idx="5" type="subTitle"/>
          </p:nvPr>
        </p:nvSpPr>
        <p:spPr>
          <a:xfrm>
            <a:off x="1305750" y="4031889"/>
            <a:ext cx="1615500" cy="464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None/>
              <a:defRPr/>
            </a:lvl1pPr>
            <a:lvl2pPr lvl="1">
              <a:lnSpc>
                <a:spcPct val="80000"/>
              </a:lnSpc>
              <a:spcBef>
                <a:spcPts val="0"/>
              </a:spcBef>
              <a:spcAft>
                <a:spcPts val="0"/>
              </a:spcAft>
              <a:buClr>
                <a:schemeClr val="lt1"/>
              </a:buClr>
              <a:buSzPts val="1400"/>
              <a:buFont typeface="Forum"/>
              <a:buNone/>
              <a:defRPr>
                <a:latin typeface="Forum"/>
                <a:ea typeface="Forum"/>
                <a:cs typeface="Forum"/>
                <a:sym typeface="Forum"/>
              </a:defRPr>
            </a:lvl2pPr>
            <a:lvl3pPr lvl="2">
              <a:lnSpc>
                <a:spcPct val="80000"/>
              </a:lnSpc>
              <a:spcBef>
                <a:spcPts val="0"/>
              </a:spcBef>
              <a:spcAft>
                <a:spcPts val="0"/>
              </a:spcAft>
              <a:buClr>
                <a:schemeClr val="lt1"/>
              </a:buClr>
              <a:buSzPts val="1400"/>
              <a:buFont typeface="Forum"/>
              <a:buNone/>
              <a:defRPr>
                <a:latin typeface="Forum"/>
                <a:ea typeface="Forum"/>
                <a:cs typeface="Forum"/>
                <a:sym typeface="Forum"/>
              </a:defRPr>
            </a:lvl3pPr>
            <a:lvl4pPr lvl="3">
              <a:lnSpc>
                <a:spcPct val="80000"/>
              </a:lnSpc>
              <a:spcBef>
                <a:spcPts val="0"/>
              </a:spcBef>
              <a:spcAft>
                <a:spcPts val="0"/>
              </a:spcAft>
              <a:buClr>
                <a:schemeClr val="lt1"/>
              </a:buClr>
              <a:buSzPts val="1400"/>
              <a:buFont typeface="Forum"/>
              <a:buNone/>
              <a:defRPr>
                <a:latin typeface="Forum"/>
                <a:ea typeface="Forum"/>
                <a:cs typeface="Forum"/>
                <a:sym typeface="Forum"/>
              </a:defRPr>
            </a:lvl4pPr>
            <a:lvl5pPr lvl="4">
              <a:lnSpc>
                <a:spcPct val="80000"/>
              </a:lnSpc>
              <a:spcBef>
                <a:spcPts val="0"/>
              </a:spcBef>
              <a:spcAft>
                <a:spcPts val="0"/>
              </a:spcAft>
              <a:buClr>
                <a:schemeClr val="lt1"/>
              </a:buClr>
              <a:buSzPts val="1400"/>
              <a:buFont typeface="Forum"/>
              <a:buNone/>
              <a:defRPr>
                <a:latin typeface="Forum"/>
                <a:ea typeface="Forum"/>
                <a:cs typeface="Forum"/>
                <a:sym typeface="Forum"/>
              </a:defRPr>
            </a:lvl5pPr>
            <a:lvl6pPr lvl="5">
              <a:lnSpc>
                <a:spcPct val="80000"/>
              </a:lnSpc>
              <a:spcBef>
                <a:spcPts val="0"/>
              </a:spcBef>
              <a:spcAft>
                <a:spcPts val="0"/>
              </a:spcAft>
              <a:buClr>
                <a:schemeClr val="lt1"/>
              </a:buClr>
              <a:buSzPts val="1400"/>
              <a:buFont typeface="Forum"/>
              <a:buNone/>
              <a:defRPr>
                <a:latin typeface="Forum"/>
                <a:ea typeface="Forum"/>
                <a:cs typeface="Forum"/>
                <a:sym typeface="Forum"/>
              </a:defRPr>
            </a:lvl6pPr>
            <a:lvl7pPr lvl="6">
              <a:lnSpc>
                <a:spcPct val="80000"/>
              </a:lnSpc>
              <a:spcBef>
                <a:spcPts val="0"/>
              </a:spcBef>
              <a:spcAft>
                <a:spcPts val="0"/>
              </a:spcAft>
              <a:buClr>
                <a:schemeClr val="lt1"/>
              </a:buClr>
              <a:buSzPts val="1400"/>
              <a:buFont typeface="Forum"/>
              <a:buNone/>
              <a:defRPr>
                <a:latin typeface="Forum"/>
                <a:ea typeface="Forum"/>
                <a:cs typeface="Forum"/>
                <a:sym typeface="Forum"/>
              </a:defRPr>
            </a:lvl7pPr>
            <a:lvl8pPr lvl="7">
              <a:lnSpc>
                <a:spcPct val="80000"/>
              </a:lnSpc>
              <a:spcBef>
                <a:spcPts val="0"/>
              </a:spcBef>
              <a:spcAft>
                <a:spcPts val="0"/>
              </a:spcAft>
              <a:buClr>
                <a:schemeClr val="lt1"/>
              </a:buClr>
              <a:buSzPts val="1400"/>
              <a:buFont typeface="Forum"/>
              <a:buNone/>
              <a:defRPr>
                <a:latin typeface="Forum"/>
                <a:ea typeface="Forum"/>
                <a:cs typeface="Forum"/>
                <a:sym typeface="Forum"/>
              </a:defRPr>
            </a:lvl8pPr>
            <a:lvl9pPr lvl="8">
              <a:lnSpc>
                <a:spcPct val="80000"/>
              </a:lnSpc>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117" name="Google Shape;117;p20"/>
          <p:cNvSpPr txBox="1"/>
          <p:nvPr>
            <p:ph idx="6" type="subTitle"/>
          </p:nvPr>
        </p:nvSpPr>
        <p:spPr>
          <a:xfrm>
            <a:off x="1305750" y="4491312"/>
            <a:ext cx="1445400" cy="540000"/>
          </a:xfrm>
          <a:prstGeom prst="rect">
            <a:avLst/>
          </a:prstGeom>
        </p:spPr>
        <p:txBody>
          <a:bodyPr anchorCtr="0" anchor="t" bIns="91425" lIns="91425" spcFirstLastPara="1" rIns="91425" wrap="square" tIns="91425">
            <a:noAutofit/>
          </a:bodyPr>
          <a:lstStyle>
            <a:lvl1pPr lvl="0">
              <a:lnSpc>
                <a:spcPct val="60000"/>
              </a:lnSpc>
              <a:spcBef>
                <a:spcPts val="0"/>
              </a:spcBef>
              <a:spcAft>
                <a:spcPts val="0"/>
              </a:spcAf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18" name="Google Shape;118;p20"/>
          <p:cNvSpPr/>
          <p:nvPr>
            <p:ph idx="7" type="pic"/>
          </p:nvPr>
        </p:nvSpPr>
        <p:spPr>
          <a:xfrm>
            <a:off x="3154650" y="1512356"/>
            <a:ext cx="1074900" cy="1505100"/>
          </a:xfrm>
          <a:prstGeom prst="roundRect">
            <a:avLst>
              <a:gd fmla="val 17439" name="adj"/>
            </a:avLst>
          </a:prstGeom>
          <a:noFill/>
          <a:ln>
            <a:noFill/>
          </a:ln>
        </p:spPr>
      </p:sp>
      <p:sp>
        <p:nvSpPr>
          <p:cNvPr id="119" name="Google Shape;119;p20"/>
          <p:cNvSpPr txBox="1"/>
          <p:nvPr>
            <p:ph idx="8" type="subTitle"/>
          </p:nvPr>
        </p:nvSpPr>
        <p:spPr>
          <a:xfrm>
            <a:off x="4231800" y="2370426"/>
            <a:ext cx="1615500" cy="464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None/>
              <a:defRPr/>
            </a:lvl1pPr>
            <a:lvl2pPr lvl="1">
              <a:lnSpc>
                <a:spcPct val="80000"/>
              </a:lnSpc>
              <a:spcBef>
                <a:spcPts val="0"/>
              </a:spcBef>
              <a:spcAft>
                <a:spcPts val="0"/>
              </a:spcAft>
              <a:buClr>
                <a:schemeClr val="lt1"/>
              </a:buClr>
              <a:buSzPts val="1400"/>
              <a:buFont typeface="Forum"/>
              <a:buNone/>
              <a:defRPr>
                <a:latin typeface="Forum"/>
                <a:ea typeface="Forum"/>
                <a:cs typeface="Forum"/>
                <a:sym typeface="Forum"/>
              </a:defRPr>
            </a:lvl2pPr>
            <a:lvl3pPr lvl="2">
              <a:lnSpc>
                <a:spcPct val="80000"/>
              </a:lnSpc>
              <a:spcBef>
                <a:spcPts val="0"/>
              </a:spcBef>
              <a:spcAft>
                <a:spcPts val="0"/>
              </a:spcAft>
              <a:buClr>
                <a:schemeClr val="lt1"/>
              </a:buClr>
              <a:buSzPts val="1400"/>
              <a:buFont typeface="Forum"/>
              <a:buNone/>
              <a:defRPr>
                <a:latin typeface="Forum"/>
                <a:ea typeface="Forum"/>
                <a:cs typeface="Forum"/>
                <a:sym typeface="Forum"/>
              </a:defRPr>
            </a:lvl3pPr>
            <a:lvl4pPr lvl="3">
              <a:lnSpc>
                <a:spcPct val="80000"/>
              </a:lnSpc>
              <a:spcBef>
                <a:spcPts val="0"/>
              </a:spcBef>
              <a:spcAft>
                <a:spcPts val="0"/>
              </a:spcAft>
              <a:buClr>
                <a:schemeClr val="lt1"/>
              </a:buClr>
              <a:buSzPts val="1400"/>
              <a:buFont typeface="Forum"/>
              <a:buNone/>
              <a:defRPr>
                <a:latin typeface="Forum"/>
                <a:ea typeface="Forum"/>
                <a:cs typeface="Forum"/>
                <a:sym typeface="Forum"/>
              </a:defRPr>
            </a:lvl4pPr>
            <a:lvl5pPr lvl="4">
              <a:lnSpc>
                <a:spcPct val="80000"/>
              </a:lnSpc>
              <a:spcBef>
                <a:spcPts val="0"/>
              </a:spcBef>
              <a:spcAft>
                <a:spcPts val="0"/>
              </a:spcAft>
              <a:buClr>
                <a:schemeClr val="lt1"/>
              </a:buClr>
              <a:buSzPts val="1400"/>
              <a:buFont typeface="Forum"/>
              <a:buNone/>
              <a:defRPr>
                <a:latin typeface="Forum"/>
                <a:ea typeface="Forum"/>
                <a:cs typeface="Forum"/>
                <a:sym typeface="Forum"/>
              </a:defRPr>
            </a:lvl5pPr>
            <a:lvl6pPr lvl="5">
              <a:lnSpc>
                <a:spcPct val="80000"/>
              </a:lnSpc>
              <a:spcBef>
                <a:spcPts val="0"/>
              </a:spcBef>
              <a:spcAft>
                <a:spcPts val="0"/>
              </a:spcAft>
              <a:buClr>
                <a:schemeClr val="lt1"/>
              </a:buClr>
              <a:buSzPts val="1400"/>
              <a:buFont typeface="Forum"/>
              <a:buNone/>
              <a:defRPr>
                <a:latin typeface="Forum"/>
                <a:ea typeface="Forum"/>
                <a:cs typeface="Forum"/>
                <a:sym typeface="Forum"/>
              </a:defRPr>
            </a:lvl6pPr>
            <a:lvl7pPr lvl="6">
              <a:lnSpc>
                <a:spcPct val="80000"/>
              </a:lnSpc>
              <a:spcBef>
                <a:spcPts val="0"/>
              </a:spcBef>
              <a:spcAft>
                <a:spcPts val="0"/>
              </a:spcAft>
              <a:buClr>
                <a:schemeClr val="lt1"/>
              </a:buClr>
              <a:buSzPts val="1400"/>
              <a:buFont typeface="Forum"/>
              <a:buNone/>
              <a:defRPr>
                <a:latin typeface="Forum"/>
                <a:ea typeface="Forum"/>
                <a:cs typeface="Forum"/>
                <a:sym typeface="Forum"/>
              </a:defRPr>
            </a:lvl7pPr>
            <a:lvl8pPr lvl="7">
              <a:lnSpc>
                <a:spcPct val="80000"/>
              </a:lnSpc>
              <a:spcBef>
                <a:spcPts val="0"/>
              </a:spcBef>
              <a:spcAft>
                <a:spcPts val="0"/>
              </a:spcAft>
              <a:buClr>
                <a:schemeClr val="lt1"/>
              </a:buClr>
              <a:buSzPts val="1400"/>
              <a:buFont typeface="Forum"/>
              <a:buNone/>
              <a:defRPr>
                <a:latin typeface="Forum"/>
                <a:ea typeface="Forum"/>
                <a:cs typeface="Forum"/>
                <a:sym typeface="Forum"/>
              </a:defRPr>
            </a:lvl8pPr>
            <a:lvl9pPr lvl="8">
              <a:lnSpc>
                <a:spcPct val="80000"/>
              </a:lnSpc>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120" name="Google Shape;120;p20"/>
          <p:cNvSpPr txBox="1"/>
          <p:nvPr>
            <p:ph idx="9" type="subTitle"/>
          </p:nvPr>
        </p:nvSpPr>
        <p:spPr>
          <a:xfrm>
            <a:off x="4231800" y="2829850"/>
            <a:ext cx="1445400" cy="540000"/>
          </a:xfrm>
          <a:prstGeom prst="rect">
            <a:avLst/>
          </a:prstGeom>
        </p:spPr>
        <p:txBody>
          <a:bodyPr anchorCtr="0" anchor="t" bIns="91425" lIns="91425" spcFirstLastPara="1" rIns="91425" wrap="square" tIns="91425">
            <a:noAutofit/>
          </a:bodyPr>
          <a:lstStyle>
            <a:lvl1pPr lvl="0">
              <a:lnSpc>
                <a:spcPct val="60000"/>
              </a:lnSpc>
              <a:spcBef>
                <a:spcPts val="0"/>
              </a:spcBef>
              <a:spcAft>
                <a:spcPts val="0"/>
              </a:spcAf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21" name="Google Shape;121;p20"/>
          <p:cNvSpPr/>
          <p:nvPr>
            <p:ph idx="13" type="pic"/>
          </p:nvPr>
        </p:nvSpPr>
        <p:spPr>
          <a:xfrm>
            <a:off x="3154650" y="3173818"/>
            <a:ext cx="1074900" cy="1505100"/>
          </a:xfrm>
          <a:prstGeom prst="roundRect">
            <a:avLst>
              <a:gd fmla="val 17439" name="adj"/>
            </a:avLst>
          </a:prstGeom>
          <a:noFill/>
          <a:ln>
            <a:noFill/>
          </a:ln>
        </p:spPr>
      </p:sp>
      <p:sp>
        <p:nvSpPr>
          <p:cNvPr id="122" name="Google Shape;122;p20"/>
          <p:cNvSpPr txBox="1"/>
          <p:nvPr>
            <p:ph idx="14" type="subTitle"/>
          </p:nvPr>
        </p:nvSpPr>
        <p:spPr>
          <a:xfrm>
            <a:off x="4231800" y="4031889"/>
            <a:ext cx="1615500" cy="464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None/>
              <a:defRPr/>
            </a:lvl1pPr>
            <a:lvl2pPr lvl="1">
              <a:lnSpc>
                <a:spcPct val="80000"/>
              </a:lnSpc>
              <a:spcBef>
                <a:spcPts val="0"/>
              </a:spcBef>
              <a:spcAft>
                <a:spcPts val="0"/>
              </a:spcAft>
              <a:buClr>
                <a:schemeClr val="lt1"/>
              </a:buClr>
              <a:buSzPts val="1400"/>
              <a:buFont typeface="Forum"/>
              <a:buNone/>
              <a:defRPr>
                <a:latin typeface="Forum"/>
                <a:ea typeface="Forum"/>
                <a:cs typeface="Forum"/>
                <a:sym typeface="Forum"/>
              </a:defRPr>
            </a:lvl2pPr>
            <a:lvl3pPr lvl="2">
              <a:lnSpc>
                <a:spcPct val="80000"/>
              </a:lnSpc>
              <a:spcBef>
                <a:spcPts val="0"/>
              </a:spcBef>
              <a:spcAft>
                <a:spcPts val="0"/>
              </a:spcAft>
              <a:buClr>
                <a:schemeClr val="lt1"/>
              </a:buClr>
              <a:buSzPts val="1400"/>
              <a:buFont typeface="Forum"/>
              <a:buNone/>
              <a:defRPr>
                <a:latin typeface="Forum"/>
                <a:ea typeface="Forum"/>
                <a:cs typeface="Forum"/>
                <a:sym typeface="Forum"/>
              </a:defRPr>
            </a:lvl3pPr>
            <a:lvl4pPr lvl="3">
              <a:lnSpc>
                <a:spcPct val="80000"/>
              </a:lnSpc>
              <a:spcBef>
                <a:spcPts val="0"/>
              </a:spcBef>
              <a:spcAft>
                <a:spcPts val="0"/>
              </a:spcAft>
              <a:buClr>
                <a:schemeClr val="lt1"/>
              </a:buClr>
              <a:buSzPts val="1400"/>
              <a:buFont typeface="Forum"/>
              <a:buNone/>
              <a:defRPr>
                <a:latin typeface="Forum"/>
                <a:ea typeface="Forum"/>
                <a:cs typeface="Forum"/>
                <a:sym typeface="Forum"/>
              </a:defRPr>
            </a:lvl4pPr>
            <a:lvl5pPr lvl="4">
              <a:lnSpc>
                <a:spcPct val="80000"/>
              </a:lnSpc>
              <a:spcBef>
                <a:spcPts val="0"/>
              </a:spcBef>
              <a:spcAft>
                <a:spcPts val="0"/>
              </a:spcAft>
              <a:buClr>
                <a:schemeClr val="lt1"/>
              </a:buClr>
              <a:buSzPts val="1400"/>
              <a:buFont typeface="Forum"/>
              <a:buNone/>
              <a:defRPr>
                <a:latin typeface="Forum"/>
                <a:ea typeface="Forum"/>
                <a:cs typeface="Forum"/>
                <a:sym typeface="Forum"/>
              </a:defRPr>
            </a:lvl5pPr>
            <a:lvl6pPr lvl="5">
              <a:lnSpc>
                <a:spcPct val="80000"/>
              </a:lnSpc>
              <a:spcBef>
                <a:spcPts val="0"/>
              </a:spcBef>
              <a:spcAft>
                <a:spcPts val="0"/>
              </a:spcAft>
              <a:buClr>
                <a:schemeClr val="lt1"/>
              </a:buClr>
              <a:buSzPts val="1400"/>
              <a:buFont typeface="Forum"/>
              <a:buNone/>
              <a:defRPr>
                <a:latin typeface="Forum"/>
                <a:ea typeface="Forum"/>
                <a:cs typeface="Forum"/>
                <a:sym typeface="Forum"/>
              </a:defRPr>
            </a:lvl6pPr>
            <a:lvl7pPr lvl="6">
              <a:lnSpc>
                <a:spcPct val="80000"/>
              </a:lnSpc>
              <a:spcBef>
                <a:spcPts val="0"/>
              </a:spcBef>
              <a:spcAft>
                <a:spcPts val="0"/>
              </a:spcAft>
              <a:buClr>
                <a:schemeClr val="lt1"/>
              </a:buClr>
              <a:buSzPts val="1400"/>
              <a:buFont typeface="Forum"/>
              <a:buNone/>
              <a:defRPr>
                <a:latin typeface="Forum"/>
                <a:ea typeface="Forum"/>
                <a:cs typeface="Forum"/>
                <a:sym typeface="Forum"/>
              </a:defRPr>
            </a:lvl7pPr>
            <a:lvl8pPr lvl="7">
              <a:lnSpc>
                <a:spcPct val="80000"/>
              </a:lnSpc>
              <a:spcBef>
                <a:spcPts val="0"/>
              </a:spcBef>
              <a:spcAft>
                <a:spcPts val="0"/>
              </a:spcAft>
              <a:buClr>
                <a:schemeClr val="lt1"/>
              </a:buClr>
              <a:buSzPts val="1400"/>
              <a:buFont typeface="Forum"/>
              <a:buNone/>
              <a:defRPr>
                <a:latin typeface="Forum"/>
                <a:ea typeface="Forum"/>
                <a:cs typeface="Forum"/>
                <a:sym typeface="Forum"/>
              </a:defRPr>
            </a:lvl8pPr>
            <a:lvl9pPr lvl="8">
              <a:lnSpc>
                <a:spcPct val="80000"/>
              </a:lnSpc>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123" name="Google Shape;123;p20"/>
          <p:cNvSpPr/>
          <p:nvPr>
            <p:ph idx="15" type="pic"/>
          </p:nvPr>
        </p:nvSpPr>
        <p:spPr>
          <a:xfrm>
            <a:off x="6080700" y="1512356"/>
            <a:ext cx="1074900" cy="1505100"/>
          </a:xfrm>
          <a:prstGeom prst="roundRect">
            <a:avLst>
              <a:gd fmla="val 17439" name="adj"/>
            </a:avLst>
          </a:prstGeom>
          <a:noFill/>
          <a:ln>
            <a:noFill/>
          </a:ln>
        </p:spPr>
      </p:sp>
      <p:sp>
        <p:nvSpPr>
          <p:cNvPr id="124" name="Google Shape;124;p20"/>
          <p:cNvSpPr txBox="1"/>
          <p:nvPr>
            <p:ph idx="16" type="subTitle"/>
          </p:nvPr>
        </p:nvSpPr>
        <p:spPr>
          <a:xfrm>
            <a:off x="7157850" y="2370426"/>
            <a:ext cx="1615500" cy="464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None/>
              <a:defRPr/>
            </a:lvl1pPr>
            <a:lvl2pPr lvl="1">
              <a:lnSpc>
                <a:spcPct val="80000"/>
              </a:lnSpc>
              <a:spcBef>
                <a:spcPts val="0"/>
              </a:spcBef>
              <a:spcAft>
                <a:spcPts val="0"/>
              </a:spcAft>
              <a:buClr>
                <a:schemeClr val="lt1"/>
              </a:buClr>
              <a:buSzPts val="1400"/>
              <a:buFont typeface="Forum"/>
              <a:buNone/>
              <a:defRPr>
                <a:latin typeface="Forum"/>
                <a:ea typeface="Forum"/>
                <a:cs typeface="Forum"/>
                <a:sym typeface="Forum"/>
              </a:defRPr>
            </a:lvl2pPr>
            <a:lvl3pPr lvl="2">
              <a:lnSpc>
                <a:spcPct val="80000"/>
              </a:lnSpc>
              <a:spcBef>
                <a:spcPts val="0"/>
              </a:spcBef>
              <a:spcAft>
                <a:spcPts val="0"/>
              </a:spcAft>
              <a:buClr>
                <a:schemeClr val="lt1"/>
              </a:buClr>
              <a:buSzPts val="1400"/>
              <a:buFont typeface="Forum"/>
              <a:buNone/>
              <a:defRPr>
                <a:latin typeface="Forum"/>
                <a:ea typeface="Forum"/>
                <a:cs typeface="Forum"/>
                <a:sym typeface="Forum"/>
              </a:defRPr>
            </a:lvl3pPr>
            <a:lvl4pPr lvl="3">
              <a:lnSpc>
                <a:spcPct val="80000"/>
              </a:lnSpc>
              <a:spcBef>
                <a:spcPts val="0"/>
              </a:spcBef>
              <a:spcAft>
                <a:spcPts val="0"/>
              </a:spcAft>
              <a:buClr>
                <a:schemeClr val="lt1"/>
              </a:buClr>
              <a:buSzPts val="1400"/>
              <a:buFont typeface="Forum"/>
              <a:buNone/>
              <a:defRPr>
                <a:latin typeface="Forum"/>
                <a:ea typeface="Forum"/>
                <a:cs typeface="Forum"/>
                <a:sym typeface="Forum"/>
              </a:defRPr>
            </a:lvl4pPr>
            <a:lvl5pPr lvl="4">
              <a:lnSpc>
                <a:spcPct val="80000"/>
              </a:lnSpc>
              <a:spcBef>
                <a:spcPts val="0"/>
              </a:spcBef>
              <a:spcAft>
                <a:spcPts val="0"/>
              </a:spcAft>
              <a:buClr>
                <a:schemeClr val="lt1"/>
              </a:buClr>
              <a:buSzPts val="1400"/>
              <a:buFont typeface="Forum"/>
              <a:buNone/>
              <a:defRPr>
                <a:latin typeface="Forum"/>
                <a:ea typeface="Forum"/>
                <a:cs typeface="Forum"/>
                <a:sym typeface="Forum"/>
              </a:defRPr>
            </a:lvl5pPr>
            <a:lvl6pPr lvl="5">
              <a:lnSpc>
                <a:spcPct val="80000"/>
              </a:lnSpc>
              <a:spcBef>
                <a:spcPts val="0"/>
              </a:spcBef>
              <a:spcAft>
                <a:spcPts val="0"/>
              </a:spcAft>
              <a:buClr>
                <a:schemeClr val="lt1"/>
              </a:buClr>
              <a:buSzPts val="1400"/>
              <a:buFont typeface="Forum"/>
              <a:buNone/>
              <a:defRPr>
                <a:latin typeface="Forum"/>
                <a:ea typeface="Forum"/>
                <a:cs typeface="Forum"/>
                <a:sym typeface="Forum"/>
              </a:defRPr>
            </a:lvl6pPr>
            <a:lvl7pPr lvl="6">
              <a:lnSpc>
                <a:spcPct val="80000"/>
              </a:lnSpc>
              <a:spcBef>
                <a:spcPts val="0"/>
              </a:spcBef>
              <a:spcAft>
                <a:spcPts val="0"/>
              </a:spcAft>
              <a:buClr>
                <a:schemeClr val="lt1"/>
              </a:buClr>
              <a:buSzPts val="1400"/>
              <a:buFont typeface="Forum"/>
              <a:buNone/>
              <a:defRPr>
                <a:latin typeface="Forum"/>
                <a:ea typeface="Forum"/>
                <a:cs typeface="Forum"/>
                <a:sym typeface="Forum"/>
              </a:defRPr>
            </a:lvl7pPr>
            <a:lvl8pPr lvl="7">
              <a:lnSpc>
                <a:spcPct val="80000"/>
              </a:lnSpc>
              <a:spcBef>
                <a:spcPts val="0"/>
              </a:spcBef>
              <a:spcAft>
                <a:spcPts val="0"/>
              </a:spcAft>
              <a:buClr>
                <a:schemeClr val="lt1"/>
              </a:buClr>
              <a:buSzPts val="1400"/>
              <a:buFont typeface="Forum"/>
              <a:buNone/>
              <a:defRPr>
                <a:latin typeface="Forum"/>
                <a:ea typeface="Forum"/>
                <a:cs typeface="Forum"/>
                <a:sym typeface="Forum"/>
              </a:defRPr>
            </a:lvl8pPr>
            <a:lvl9pPr lvl="8">
              <a:lnSpc>
                <a:spcPct val="80000"/>
              </a:lnSpc>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125" name="Google Shape;125;p20"/>
          <p:cNvSpPr txBox="1"/>
          <p:nvPr>
            <p:ph idx="17" type="subTitle"/>
          </p:nvPr>
        </p:nvSpPr>
        <p:spPr>
          <a:xfrm>
            <a:off x="7157850" y="2829850"/>
            <a:ext cx="1445400" cy="540000"/>
          </a:xfrm>
          <a:prstGeom prst="rect">
            <a:avLst/>
          </a:prstGeom>
        </p:spPr>
        <p:txBody>
          <a:bodyPr anchorCtr="0" anchor="t" bIns="91425" lIns="91425" spcFirstLastPara="1" rIns="91425" wrap="square" tIns="91425">
            <a:noAutofit/>
          </a:bodyPr>
          <a:lstStyle>
            <a:lvl1pPr lvl="0">
              <a:lnSpc>
                <a:spcPct val="60000"/>
              </a:lnSpc>
              <a:spcBef>
                <a:spcPts val="0"/>
              </a:spcBef>
              <a:spcAft>
                <a:spcPts val="0"/>
              </a:spcAf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26" name="Google Shape;126;p20"/>
          <p:cNvSpPr/>
          <p:nvPr>
            <p:ph idx="18" type="pic"/>
          </p:nvPr>
        </p:nvSpPr>
        <p:spPr>
          <a:xfrm>
            <a:off x="6080700" y="3173818"/>
            <a:ext cx="1074900" cy="1505100"/>
          </a:xfrm>
          <a:prstGeom prst="roundRect">
            <a:avLst>
              <a:gd fmla="val 17439" name="adj"/>
            </a:avLst>
          </a:prstGeom>
          <a:noFill/>
          <a:ln>
            <a:noFill/>
          </a:ln>
        </p:spPr>
      </p:sp>
      <p:sp>
        <p:nvSpPr>
          <p:cNvPr id="127" name="Google Shape;127;p20"/>
          <p:cNvSpPr txBox="1"/>
          <p:nvPr>
            <p:ph idx="19" type="subTitle"/>
          </p:nvPr>
        </p:nvSpPr>
        <p:spPr>
          <a:xfrm>
            <a:off x="7157850" y="4031889"/>
            <a:ext cx="1615500" cy="464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None/>
              <a:defRPr/>
            </a:lvl1pPr>
            <a:lvl2pPr lvl="1">
              <a:lnSpc>
                <a:spcPct val="80000"/>
              </a:lnSpc>
              <a:spcBef>
                <a:spcPts val="0"/>
              </a:spcBef>
              <a:spcAft>
                <a:spcPts val="0"/>
              </a:spcAft>
              <a:buClr>
                <a:schemeClr val="lt1"/>
              </a:buClr>
              <a:buSzPts val="1400"/>
              <a:buFont typeface="Forum"/>
              <a:buNone/>
              <a:defRPr>
                <a:latin typeface="Forum"/>
                <a:ea typeface="Forum"/>
                <a:cs typeface="Forum"/>
                <a:sym typeface="Forum"/>
              </a:defRPr>
            </a:lvl2pPr>
            <a:lvl3pPr lvl="2">
              <a:lnSpc>
                <a:spcPct val="80000"/>
              </a:lnSpc>
              <a:spcBef>
                <a:spcPts val="0"/>
              </a:spcBef>
              <a:spcAft>
                <a:spcPts val="0"/>
              </a:spcAft>
              <a:buClr>
                <a:schemeClr val="lt1"/>
              </a:buClr>
              <a:buSzPts val="1400"/>
              <a:buFont typeface="Forum"/>
              <a:buNone/>
              <a:defRPr>
                <a:latin typeface="Forum"/>
                <a:ea typeface="Forum"/>
                <a:cs typeface="Forum"/>
                <a:sym typeface="Forum"/>
              </a:defRPr>
            </a:lvl3pPr>
            <a:lvl4pPr lvl="3">
              <a:lnSpc>
                <a:spcPct val="80000"/>
              </a:lnSpc>
              <a:spcBef>
                <a:spcPts val="0"/>
              </a:spcBef>
              <a:spcAft>
                <a:spcPts val="0"/>
              </a:spcAft>
              <a:buClr>
                <a:schemeClr val="lt1"/>
              </a:buClr>
              <a:buSzPts val="1400"/>
              <a:buFont typeface="Forum"/>
              <a:buNone/>
              <a:defRPr>
                <a:latin typeface="Forum"/>
                <a:ea typeface="Forum"/>
                <a:cs typeface="Forum"/>
                <a:sym typeface="Forum"/>
              </a:defRPr>
            </a:lvl4pPr>
            <a:lvl5pPr lvl="4">
              <a:lnSpc>
                <a:spcPct val="80000"/>
              </a:lnSpc>
              <a:spcBef>
                <a:spcPts val="0"/>
              </a:spcBef>
              <a:spcAft>
                <a:spcPts val="0"/>
              </a:spcAft>
              <a:buClr>
                <a:schemeClr val="lt1"/>
              </a:buClr>
              <a:buSzPts val="1400"/>
              <a:buFont typeface="Forum"/>
              <a:buNone/>
              <a:defRPr>
                <a:latin typeface="Forum"/>
                <a:ea typeface="Forum"/>
                <a:cs typeface="Forum"/>
                <a:sym typeface="Forum"/>
              </a:defRPr>
            </a:lvl5pPr>
            <a:lvl6pPr lvl="5">
              <a:lnSpc>
                <a:spcPct val="80000"/>
              </a:lnSpc>
              <a:spcBef>
                <a:spcPts val="0"/>
              </a:spcBef>
              <a:spcAft>
                <a:spcPts val="0"/>
              </a:spcAft>
              <a:buClr>
                <a:schemeClr val="lt1"/>
              </a:buClr>
              <a:buSzPts val="1400"/>
              <a:buFont typeface="Forum"/>
              <a:buNone/>
              <a:defRPr>
                <a:latin typeface="Forum"/>
                <a:ea typeface="Forum"/>
                <a:cs typeface="Forum"/>
                <a:sym typeface="Forum"/>
              </a:defRPr>
            </a:lvl6pPr>
            <a:lvl7pPr lvl="6">
              <a:lnSpc>
                <a:spcPct val="80000"/>
              </a:lnSpc>
              <a:spcBef>
                <a:spcPts val="0"/>
              </a:spcBef>
              <a:spcAft>
                <a:spcPts val="0"/>
              </a:spcAft>
              <a:buClr>
                <a:schemeClr val="lt1"/>
              </a:buClr>
              <a:buSzPts val="1400"/>
              <a:buFont typeface="Forum"/>
              <a:buNone/>
              <a:defRPr>
                <a:latin typeface="Forum"/>
                <a:ea typeface="Forum"/>
                <a:cs typeface="Forum"/>
                <a:sym typeface="Forum"/>
              </a:defRPr>
            </a:lvl7pPr>
            <a:lvl8pPr lvl="7">
              <a:lnSpc>
                <a:spcPct val="80000"/>
              </a:lnSpc>
              <a:spcBef>
                <a:spcPts val="0"/>
              </a:spcBef>
              <a:spcAft>
                <a:spcPts val="0"/>
              </a:spcAft>
              <a:buClr>
                <a:schemeClr val="lt1"/>
              </a:buClr>
              <a:buSzPts val="1400"/>
              <a:buFont typeface="Forum"/>
              <a:buNone/>
              <a:defRPr>
                <a:latin typeface="Forum"/>
                <a:ea typeface="Forum"/>
                <a:cs typeface="Forum"/>
                <a:sym typeface="Forum"/>
              </a:defRPr>
            </a:lvl8pPr>
            <a:lvl9pPr lvl="8">
              <a:lnSpc>
                <a:spcPct val="80000"/>
              </a:lnSpc>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128" name="Google Shape;128;p20"/>
          <p:cNvSpPr txBox="1"/>
          <p:nvPr>
            <p:ph idx="20" type="subTitle"/>
          </p:nvPr>
        </p:nvSpPr>
        <p:spPr>
          <a:xfrm>
            <a:off x="4250800" y="4491312"/>
            <a:ext cx="1445400" cy="540000"/>
          </a:xfrm>
          <a:prstGeom prst="rect">
            <a:avLst/>
          </a:prstGeom>
        </p:spPr>
        <p:txBody>
          <a:bodyPr anchorCtr="0" anchor="t" bIns="91425" lIns="91425" spcFirstLastPara="1" rIns="91425" wrap="square" tIns="91425">
            <a:noAutofit/>
          </a:bodyPr>
          <a:lstStyle>
            <a:lvl1pPr lvl="0">
              <a:lnSpc>
                <a:spcPct val="60000"/>
              </a:lnSpc>
              <a:spcBef>
                <a:spcPts val="0"/>
              </a:spcBef>
              <a:spcAft>
                <a:spcPts val="0"/>
              </a:spcAf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29" name="Google Shape;129;p20"/>
          <p:cNvSpPr txBox="1"/>
          <p:nvPr>
            <p:ph idx="21" type="subTitle"/>
          </p:nvPr>
        </p:nvSpPr>
        <p:spPr>
          <a:xfrm>
            <a:off x="7157850" y="4491312"/>
            <a:ext cx="1445400" cy="540000"/>
          </a:xfrm>
          <a:prstGeom prst="rect">
            <a:avLst/>
          </a:prstGeom>
        </p:spPr>
        <p:txBody>
          <a:bodyPr anchorCtr="0" anchor="t" bIns="91425" lIns="91425" spcFirstLastPara="1" rIns="91425" wrap="square" tIns="91425">
            <a:noAutofit/>
          </a:bodyPr>
          <a:lstStyle>
            <a:lvl1pPr lvl="0">
              <a:lnSpc>
                <a:spcPct val="60000"/>
              </a:lnSpc>
              <a:spcBef>
                <a:spcPts val="0"/>
              </a:spcBef>
              <a:spcAft>
                <a:spcPts val="0"/>
              </a:spcAf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30" name="Google Shape;130;p20"/>
          <p:cNvSpPr txBox="1"/>
          <p:nvPr>
            <p:ph type="title"/>
          </p:nvPr>
        </p:nvSpPr>
        <p:spPr>
          <a:xfrm>
            <a:off x="228600" y="399325"/>
            <a:ext cx="3531300" cy="624600"/>
          </a:xfrm>
          <a:prstGeom prst="rect">
            <a:avLst/>
          </a:prstGeom>
        </p:spPr>
        <p:txBody>
          <a:bodyPr anchorCtr="0" anchor="t" bIns="0" lIns="0" spcFirstLastPara="1" rIns="91425" wrap="square" tIns="91425">
            <a:noAutofit/>
          </a:bodyPr>
          <a:lstStyle>
            <a:lvl1pPr lvl="0">
              <a:lnSpc>
                <a:spcPct val="60000"/>
              </a:lnSpc>
              <a:spcBef>
                <a:spcPts val="0"/>
              </a:spcBef>
              <a:spcAft>
                <a:spcPts val="0"/>
              </a:spcAft>
              <a:buClr>
                <a:schemeClr val="lt1"/>
              </a:buClr>
              <a:buSzPts val="3600"/>
              <a:buFont typeface="Forum"/>
              <a:buNone/>
              <a:defRPr sz="3600"/>
            </a:lvl1pPr>
            <a:lvl2pPr lvl="1">
              <a:lnSpc>
                <a:spcPct val="60000"/>
              </a:lnSpc>
              <a:spcBef>
                <a:spcPts val="0"/>
              </a:spcBef>
              <a:spcAft>
                <a:spcPts val="0"/>
              </a:spcAft>
              <a:buClr>
                <a:schemeClr val="lt1"/>
              </a:buClr>
              <a:buSzPts val="3600"/>
              <a:buFont typeface="Forum"/>
              <a:buNone/>
              <a:defRPr sz="3600">
                <a:latin typeface="Forum"/>
                <a:ea typeface="Forum"/>
                <a:cs typeface="Forum"/>
                <a:sym typeface="Forum"/>
              </a:defRPr>
            </a:lvl2pPr>
            <a:lvl3pPr lvl="2">
              <a:lnSpc>
                <a:spcPct val="60000"/>
              </a:lnSpc>
              <a:spcBef>
                <a:spcPts val="0"/>
              </a:spcBef>
              <a:spcAft>
                <a:spcPts val="0"/>
              </a:spcAft>
              <a:buClr>
                <a:schemeClr val="lt1"/>
              </a:buClr>
              <a:buSzPts val="3600"/>
              <a:buFont typeface="Forum"/>
              <a:buNone/>
              <a:defRPr sz="3600">
                <a:latin typeface="Forum"/>
                <a:ea typeface="Forum"/>
                <a:cs typeface="Forum"/>
                <a:sym typeface="Forum"/>
              </a:defRPr>
            </a:lvl3pPr>
            <a:lvl4pPr lvl="3">
              <a:lnSpc>
                <a:spcPct val="60000"/>
              </a:lnSpc>
              <a:spcBef>
                <a:spcPts val="0"/>
              </a:spcBef>
              <a:spcAft>
                <a:spcPts val="0"/>
              </a:spcAft>
              <a:buClr>
                <a:schemeClr val="lt1"/>
              </a:buClr>
              <a:buSzPts val="3600"/>
              <a:buFont typeface="Forum"/>
              <a:buNone/>
              <a:defRPr sz="3600">
                <a:latin typeface="Forum"/>
                <a:ea typeface="Forum"/>
                <a:cs typeface="Forum"/>
                <a:sym typeface="Forum"/>
              </a:defRPr>
            </a:lvl4pPr>
            <a:lvl5pPr lvl="4">
              <a:lnSpc>
                <a:spcPct val="60000"/>
              </a:lnSpc>
              <a:spcBef>
                <a:spcPts val="0"/>
              </a:spcBef>
              <a:spcAft>
                <a:spcPts val="0"/>
              </a:spcAft>
              <a:buClr>
                <a:schemeClr val="lt1"/>
              </a:buClr>
              <a:buSzPts val="3600"/>
              <a:buFont typeface="Forum"/>
              <a:buNone/>
              <a:defRPr sz="3600">
                <a:latin typeface="Forum"/>
                <a:ea typeface="Forum"/>
                <a:cs typeface="Forum"/>
                <a:sym typeface="Forum"/>
              </a:defRPr>
            </a:lvl5pPr>
            <a:lvl6pPr lvl="5">
              <a:lnSpc>
                <a:spcPct val="60000"/>
              </a:lnSpc>
              <a:spcBef>
                <a:spcPts val="0"/>
              </a:spcBef>
              <a:spcAft>
                <a:spcPts val="0"/>
              </a:spcAft>
              <a:buClr>
                <a:schemeClr val="lt1"/>
              </a:buClr>
              <a:buSzPts val="3600"/>
              <a:buFont typeface="Forum"/>
              <a:buNone/>
              <a:defRPr sz="3600">
                <a:latin typeface="Forum"/>
                <a:ea typeface="Forum"/>
                <a:cs typeface="Forum"/>
                <a:sym typeface="Forum"/>
              </a:defRPr>
            </a:lvl6pPr>
            <a:lvl7pPr lvl="6">
              <a:lnSpc>
                <a:spcPct val="60000"/>
              </a:lnSpc>
              <a:spcBef>
                <a:spcPts val="0"/>
              </a:spcBef>
              <a:spcAft>
                <a:spcPts val="0"/>
              </a:spcAft>
              <a:buClr>
                <a:schemeClr val="lt1"/>
              </a:buClr>
              <a:buSzPts val="3600"/>
              <a:buFont typeface="Forum"/>
              <a:buNone/>
              <a:defRPr sz="3600">
                <a:latin typeface="Forum"/>
                <a:ea typeface="Forum"/>
                <a:cs typeface="Forum"/>
                <a:sym typeface="Forum"/>
              </a:defRPr>
            </a:lvl7pPr>
            <a:lvl8pPr lvl="7">
              <a:lnSpc>
                <a:spcPct val="60000"/>
              </a:lnSpc>
              <a:spcBef>
                <a:spcPts val="0"/>
              </a:spcBef>
              <a:spcAft>
                <a:spcPts val="0"/>
              </a:spcAft>
              <a:buClr>
                <a:schemeClr val="lt1"/>
              </a:buClr>
              <a:buSzPts val="3600"/>
              <a:buFont typeface="Forum"/>
              <a:buNone/>
              <a:defRPr sz="3600">
                <a:latin typeface="Forum"/>
                <a:ea typeface="Forum"/>
                <a:cs typeface="Forum"/>
                <a:sym typeface="Forum"/>
              </a:defRPr>
            </a:lvl8pPr>
            <a:lvl9pPr lvl="8">
              <a:lnSpc>
                <a:spcPct val="60000"/>
              </a:lnSpc>
              <a:spcBef>
                <a:spcPts val="0"/>
              </a:spcBef>
              <a:spcAft>
                <a:spcPts val="0"/>
              </a:spcAft>
              <a:buClr>
                <a:schemeClr val="lt1"/>
              </a:buClr>
              <a:buSzPts val="3600"/>
              <a:buFont typeface="Forum"/>
              <a:buNone/>
              <a:defRPr sz="3600">
                <a:latin typeface="Forum"/>
                <a:ea typeface="Forum"/>
                <a:cs typeface="Forum"/>
                <a:sym typeface="Forum"/>
              </a:defRPr>
            </a:lvl9pPr>
          </a:lstStyle>
          <a:p/>
        </p:txBody>
      </p:sp>
      <p:sp>
        <p:nvSpPr>
          <p:cNvPr id="131" name="Google Shape;131;p20"/>
          <p:cNvSpPr txBox="1"/>
          <p:nvPr>
            <p:ph idx="22"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132" name="Google Shape;132;p20"/>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Large">
  <p:cSld name="BLANK_1_1_2_1_1">
    <p:spTree>
      <p:nvGrpSpPr>
        <p:cNvPr id="133" name="Shape 133"/>
        <p:cNvGrpSpPr/>
        <p:nvPr/>
      </p:nvGrpSpPr>
      <p:grpSpPr>
        <a:xfrm>
          <a:off x="0" y="0"/>
          <a:ext cx="0" cy="0"/>
          <a:chOff x="0" y="0"/>
          <a:chExt cx="0" cy="0"/>
        </a:xfrm>
      </p:grpSpPr>
      <p:sp>
        <p:nvSpPr>
          <p:cNvPr id="134" name="Google Shape;134;p21"/>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
        <p:nvSpPr>
          <p:cNvPr id="135" name="Google Shape;135;p21"/>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136" name="Google Shape;136;p21"/>
          <p:cNvSpPr txBox="1"/>
          <p:nvPr>
            <p:ph idx="2" type="subTitle"/>
          </p:nvPr>
        </p:nvSpPr>
        <p:spPr>
          <a:xfrm>
            <a:off x="228600" y="3337825"/>
            <a:ext cx="2118600" cy="345000"/>
          </a:xfrm>
          <a:prstGeom prst="rect">
            <a:avLst/>
          </a:prstGeom>
        </p:spPr>
        <p:txBody>
          <a:bodyPr anchorCtr="0" anchor="b" bIns="91425" lIns="0" spcFirstLastPara="1" rIns="91425" wrap="square" tIns="91425">
            <a:noAutofit/>
          </a:bodyPr>
          <a:lstStyle>
            <a:lvl1pPr lvl="0">
              <a:lnSpc>
                <a:spcPct val="90000"/>
              </a:lnSpc>
              <a:spcBef>
                <a:spcPts val="0"/>
              </a:spcBef>
              <a:spcAft>
                <a:spcPts val="0"/>
              </a:spcAft>
              <a:buNone/>
              <a:defRPr/>
            </a:lvl1pPr>
            <a:lvl2pPr lvl="1">
              <a:lnSpc>
                <a:spcPct val="90000"/>
              </a:lnSpc>
              <a:spcBef>
                <a:spcPts val="0"/>
              </a:spcBef>
              <a:spcAft>
                <a:spcPts val="0"/>
              </a:spcAft>
              <a:buClr>
                <a:schemeClr val="lt1"/>
              </a:buClr>
              <a:buSzPts val="1800"/>
              <a:buFont typeface="Forum"/>
              <a:buNone/>
              <a:defRPr sz="1800">
                <a:latin typeface="Forum"/>
                <a:ea typeface="Forum"/>
                <a:cs typeface="Forum"/>
                <a:sym typeface="Forum"/>
              </a:defRPr>
            </a:lvl2pPr>
            <a:lvl3pPr lvl="2">
              <a:lnSpc>
                <a:spcPct val="90000"/>
              </a:lnSpc>
              <a:spcBef>
                <a:spcPts val="0"/>
              </a:spcBef>
              <a:spcAft>
                <a:spcPts val="0"/>
              </a:spcAft>
              <a:buClr>
                <a:schemeClr val="lt1"/>
              </a:buClr>
              <a:buSzPts val="1800"/>
              <a:buFont typeface="Forum"/>
              <a:buNone/>
              <a:defRPr sz="1800">
                <a:latin typeface="Forum"/>
                <a:ea typeface="Forum"/>
                <a:cs typeface="Forum"/>
                <a:sym typeface="Forum"/>
              </a:defRPr>
            </a:lvl3pPr>
            <a:lvl4pPr lvl="3">
              <a:lnSpc>
                <a:spcPct val="90000"/>
              </a:lnSpc>
              <a:spcBef>
                <a:spcPts val="0"/>
              </a:spcBef>
              <a:spcAft>
                <a:spcPts val="0"/>
              </a:spcAft>
              <a:buClr>
                <a:schemeClr val="lt1"/>
              </a:buClr>
              <a:buSzPts val="1800"/>
              <a:buFont typeface="Forum"/>
              <a:buNone/>
              <a:defRPr sz="1800">
                <a:latin typeface="Forum"/>
                <a:ea typeface="Forum"/>
                <a:cs typeface="Forum"/>
                <a:sym typeface="Forum"/>
              </a:defRPr>
            </a:lvl4pPr>
            <a:lvl5pPr lvl="4">
              <a:lnSpc>
                <a:spcPct val="90000"/>
              </a:lnSpc>
              <a:spcBef>
                <a:spcPts val="0"/>
              </a:spcBef>
              <a:spcAft>
                <a:spcPts val="0"/>
              </a:spcAft>
              <a:buClr>
                <a:schemeClr val="lt1"/>
              </a:buClr>
              <a:buSzPts val="1800"/>
              <a:buFont typeface="Forum"/>
              <a:buNone/>
              <a:defRPr sz="1800">
                <a:latin typeface="Forum"/>
                <a:ea typeface="Forum"/>
                <a:cs typeface="Forum"/>
                <a:sym typeface="Forum"/>
              </a:defRPr>
            </a:lvl5pPr>
            <a:lvl6pPr lvl="5">
              <a:lnSpc>
                <a:spcPct val="90000"/>
              </a:lnSpc>
              <a:spcBef>
                <a:spcPts val="0"/>
              </a:spcBef>
              <a:spcAft>
                <a:spcPts val="0"/>
              </a:spcAft>
              <a:buClr>
                <a:schemeClr val="lt1"/>
              </a:buClr>
              <a:buSzPts val="1800"/>
              <a:buFont typeface="Forum"/>
              <a:buNone/>
              <a:defRPr sz="1800">
                <a:latin typeface="Forum"/>
                <a:ea typeface="Forum"/>
                <a:cs typeface="Forum"/>
                <a:sym typeface="Forum"/>
              </a:defRPr>
            </a:lvl6pPr>
            <a:lvl7pPr lvl="6">
              <a:lnSpc>
                <a:spcPct val="90000"/>
              </a:lnSpc>
              <a:spcBef>
                <a:spcPts val="0"/>
              </a:spcBef>
              <a:spcAft>
                <a:spcPts val="0"/>
              </a:spcAft>
              <a:buClr>
                <a:schemeClr val="lt1"/>
              </a:buClr>
              <a:buSzPts val="1800"/>
              <a:buFont typeface="Forum"/>
              <a:buNone/>
              <a:defRPr sz="1800">
                <a:latin typeface="Forum"/>
                <a:ea typeface="Forum"/>
                <a:cs typeface="Forum"/>
                <a:sym typeface="Forum"/>
              </a:defRPr>
            </a:lvl7pPr>
            <a:lvl8pPr lvl="7">
              <a:lnSpc>
                <a:spcPct val="90000"/>
              </a:lnSpc>
              <a:spcBef>
                <a:spcPts val="0"/>
              </a:spcBef>
              <a:spcAft>
                <a:spcPts val="0"/>
              </a:spcAft>
              <a:buClr>
                <a:schemeClr val="lt1"/>
              </a:buClr>
              <a:buSzPts val="1800"/>
              <a:buFont typeface="Forum"/>
              <a:buNone/>
              <a:defRPr sz="1800">
                <a:latin typeface="Forum"/>
                <a:ea typeface="Forum"/>
                <a:cs typeface="Forum"/>
                <a:sym typeface="Forum"/>
              </a:defRPr>
            </a:lvl8pPr>
            <a:lvl9pPr lvl="8">
              <a:lnSpc>
                <a:spcPct val="90000"/>
              </a:lnSpc>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137" name="Google Shape;137;p21"/>
          <p:cNvSpPr txBox="1"/>
          <p:nvPr>
            <p:ph idx="3" type="subTitle"/>
          </p:nvPr>
        </p:nvSpPr>
        <p:spPr>
          <a:xfrm>
            <a:off x="228600" y="3547550"/>
            <a:ext cx="2062200" cy="345000"/>
          </a:xfrm>
          <a:prstGeom prst="rect">
            <a:avLst/>
          </a:prstGeom>
        </p:spPr>
        <p:txBody>
          <a:bodyPr anchorCtr="0" anchor="t" bIns="91425" lIns="0" spcFirstLastPara="1" rIns="91425" wrap="square" tIns="91425">
            <a:noAutofit/>
          </a:bodyPr>
          <a:lstStyle>
            <a:lvl1pPr lvl="0">
              <a:lnSpc>
                <a:spcPct val="90000"/>
              </a:lnSpc>
              <a:spcBef>
                <a:spcPts val="0"/>
              </a:spcBef>
              <a:spcAft>
                <a:spcPts val="0"/>
              </a:spcAft>
              <a:buNone/>
              <a:defRPr sz="1100">
                <a:solidFill>
                  <a:schemeClr val="accent1"/>
                </a:solidFill>
                <a:latin typeface="DM Sans Light"/>
                <a:ea typeface="DM Sans Light"/>
                <a:cs typeface="DM Sans Light"/>
                <a:sym typeface="DM Sans Light"/>
              </a:defRPr>
            </a:lvl1pPr>
            <a:lvl2pPr lvl="1">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2pPr>
            <a:lvl3pPr lvl="2">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3pPr>
            <a:lvl4pPr lvl="3">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4pPr>
            <a:lvl5pPr lvl="4">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5pPr>
            <a:lvl6pPr lvl="5">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6pPr>
            <a:lvl7pPr lvl="6">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7pPr>
            <a:lvl8pPr lvl="7">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8pPr>
            <a:lvl9pPr lvl="8">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9pPr>
          </a:lstStyle>
          <a:p/>
        </p:txBody>
      </p:sp>
      <p:sp>
        <p:nvSpPr>
          <p:cNvPr id="138" name="Google Shape;138;p21"/>
          <p:cNvSpPr/>
          <p:nvPr>
            <p:ph idx="4" type="pic"/>
          </p:nvPr>
        </p:nvSpPr>
        <p:spPr>
          <a:xfrm>
            <a:off x="228600" y="1457950"/>
            <a:ext cx="1023900" cy="1536300"/>
          </a:xfrm>
          <a:prstGeom prst="roundRect">
            <a:avLst>
              <a:gd fmla="val 17439" name="adj"/>
            </a:avLst>
          </a:prstGeom>
          <a:noFill/>
          <a:ln>
            <a:noFill/>
          </a:ln>
        </p:spPr>
      </p:sp>
      <p:sp>
        <p:nvSpPr>
          <p:cNvPr id="139" name="Google Shape;139;p21"/>
          <p:cNvSpPr txBox="1"/>
          <p:nvPr>
            <p:ph idx="5" type="body"/>
          </p:nvPr>
        </p:nvSpPr>
        <p:spPr>
          <a:xfrm>
            <a:off x="228600" y="3939125"/>
            <a:ext cx="1785300" cy="744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140" name="Google Shape;140;p21"/>
          <p:cNvSpPr txBox="1"/>
          <p:nvPr>
            <p:ph idx="6" type="subTitle"/>
          </p:nvPr>
        </p:nvSpPr>
        <p:spPr>
          <a:xfrm>
            <a:off x="2423700" y="3337825"/>
            <a:ext cx="2118600" cy="345000"/>
          </a:xfrm>
          <a:prstGeom prst="rect">
            <a:avLst/>
          </a:prstGeom>
        </p:spPr>
        <p:txBody>
          <a:bodyPr anchorCtr="0" anchor="b" bIns="91425" lIns="0" spcFirstLastPara="1" rIns="91425" wrap="square" tIns="91425">
            <a:noAutofit/>
          </a:bodyPr>
          <a:lstStyle>
            <a:lvl1pPr lvl="0">
              <a:lnSpc>
                <a:spcPct val="90000"/>
              </a:lnSpc>
              <a:spcBef>
                <a:spcPts val="0"/>
              </a:spcBef>
              <a:spcAft>
                <a:spcPts val="0"/>
              </a:spcAft>
              <a:buNone/>
              <a:defRPr/>
            </a:lvl1pPr>
            <a:lvl2pPr lvl="1">
              <a:lnSpc>
                <a:spcPct val="90000"/>
              </a:lnSpc>
              <a:spcBef>
                <a:spcPts val="0"/>
              </a:spcBef>
              <a:spcAft>
                <a:spcPts val="0"/>
              </a:spcAft>
              <a:buClr>
                <a:schemeClr val="lt1"/>
              </a:buClr>
              <a:buSzPts val="1800"/>
              <a:buFont typeface="Forum"/>
              <a:buNone/>
              <a:defRPr sz="1800">
                <a:latin typeface="Forum"/>
                <a:ea typeface="Forum"/>
                <a:cs typeface="Forum"/>
                <a:sym typeface="Forum"/>
              </a:defRPr>
            </a:lvl2pPr>
            <a:lvl3pPr lvl="2">
              <a:lnSpc>
                <a:spcPct val="90000"/>
              </a:lnSpc>
              <a:spcBef>
                <a:spcPts val="0"/>
              </a:spcBef>
              <a:spcAft>
                <a:spcPts val="0"/>
              </a:spcAft>
              <a:buClr>
                <a:schemeClr val="lt1"/>
              </a:buClr>
              <a:buSzPts val="1800"/>
              <a:buFont typeface="Forum"/>
              <a:buNone/>
              <a:defRPr sz="1800">
                <a:latin typeface="Forum"/>
                <a:ea typeface="Forum"/>
                <a:cs typeface="Forum"/>
                <a:sym typeface="Forum"/>
              </a:defRPr>
            </a:lvl3pPr>
            <a:lvl4pPr lvl="3">
              <a:lnSpc>
                <a:spcPct val="90000"/>
              </a:lnSpc>
              <a:spcBef>
                <a:spcPts val="0"/>
              </a:spcBef>
              <a:spcAft>
                <a:spcPts val="0"/>
              </a:spcAft>
              <a:buClr>
                <a:schemeClr val="lt1"/>
              </a:buClr>
              <a:buSzPts val="1800"/>
              <a:buFont typeface="Forum"/>
              <a:buNone/>
              <a:defRPr sz="1800">
                <a:latin typeface="Forum"/>
                <a:ea typeface="Forum"/>
                <a:cs typeface="Forum"/>
                <a:sym typeface="Forum"/>
              </a:defRPr>
            </a:lvl4pPr>
            <a:lvl5pPr lvl="4">
              <a:lnSpc>
                <a:spcPct val="90000"/>
              </a:lnSpc>
              <a:spcBef>
                <a:spcPts val="0"/>
              </a:spcBef>
              <a:spcAft>
                <a:spcPts val="0"/>
              </a:spcAft>
              <a:buClr>
                <a:schemeClr val="lt1"/>
              </a:buClr>
              <a:buSzPts val="1800"/>
              <a:buFont typeface="Forum"/>
              <a:buNone/>
              <a:defRPr sz="1800">
                <a:latin typeface="Forum"/>
                <a:ea typeface="Forum"/>
                <a:cs typeface="Forum"/>
                <a:sym typeface="Forum"/>
              </a:defRPr>
            </a:lvl5pPr>
            <a:lvl6pPr lvl="5">
              <a:lnSpc>
                <a:spcPct val="90000"/>
              </a:lnSpc>
              <a:spcBef>
                <a:spcPts val="0"/>
              </a:spcBef>
              <a:spcAft>
                <a:spcPts val="0"/>
              </a:spcAft>
              <a:buClr>
                <a:schemeClr val="lt1"/>
              </a:buClr>
              <a:buSzPts val="1800"/>
              <a:buFont typeface="Forum"/>
              <a:buNone/>
              <a:defRPr sz="1800">
                <a:latin typeface="Forum"/>
                <a:ea typeface="Forum"/>
                <a:cs typeface="Forum"/>
                <a:sym typeface="Forum"/>
              </a:defRPr>
            </a:lvl6pPr>
            <a:lvl7pPr lvl="6">
              <a:lnSpc>
                <a:spcPct val="90000"/>
              </a:lnSpc>
              <a:spcBef>
                <a:spcPts val="0"/>
              </a:spcBef>
              <a:spcAft>
                <a:spcPts val="0"/>
              </a:spcAft>
              <a:buClr>
                <a:schemeClr val="lt1"/>
              </a:buClr>
              <a:buSzPts val="1800"/>
              <a:buFont typeface="Forum"/>
              <a:buNone/>
              <a:defRPr sz="1800">
                <a:latin typeface="Forum"/>
                <a:ea typeface="Forum"/>
                <a:cs typeface="Forum"/>
                <a:sym typeface="Forum"/>
              </a:defRPr>
            </a:lvl7pPr>
            <a:lvl8pPr lvl="7">
              <a:lnSpc>
                <a:spcPct val="90000"/>
              </a:lnSpc>
              <a:spcBef>
                <a:spcPts val="0"/>
              </a:spcBef>
              <a:spcAft>
                <a:spcPts val="0"/>
              </a:spcAft>
              <a:buClr>
                <a:schemeClr val="lt1"/>
              </a:buClr>
              <a:buSzPts val="1800"/>
              <a:buFont typeface="Forum"/>
              <a:buNone/>
              <a:defRPr sz="1800">
                <a:latin typeface="Forum"/>
                <a:ea typeface="Forum"/>
                <a:cs typeface="Forum"/>
                <a:sym typeface="Forum"/>
              </a:defRPr>
            </a:lvl8pPr>
            <a:lvl9pPr lvl="8">
              <a:lnSpc>
                <a:spcPct val="90000"/>
              </a:lnSpc>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141" name="Google Shape;141;p21"/>
          <p:cNvSpPr txBox="1"/>
          <p:nvPr>
            <p:ph idx="7" type="subTitle"/>
          </p:nvPr>
        </p:nvSpPr>
        <p:spPr>
          <a:xfrm>
            <a:off x="2423700" y="3547550"/>
            <a:ext cx="2118600" cy="345000"/>
          </a:xfrm>
          <a:prstGeom prst="rect">
            <a:avLst/>
          </a:prstGeom>
        </p:spPr>
        <p:txBody>
          <a:bodyPr anchorCtr="0" anchor="t" bIns="91425" lIns="0" spcFirstLastPara="1" rIns="91425" wrap="square" tIns="91425">
            <a:noAutofit/>
          </a:bodyPr>
          <a:lstStyle>
            <a:lvl1pPr lvl="0">
              <a:lnSpc>
                <a:spcPct val="90000"/>
              </a:lnSpc>
              <a:spcBef>
                <a:spcPts val="0"/>
              </a:spcBef>
              <a:spcAft>
                <a:spcPts val="0"/>
              </a:spcAft>
              <a:buNone/>
              <a:defRPr sz="1100">
                <a:solidFill>
                  <a:schemeClr val="accent1"/>
                </a:solidFill>
                <a:latin typeface="DM Sans Light"/>
                <a:ea typeface="DM Sans Light"/>
                <a:cs typeface="DM Sans Light"/>
                <a:sym typeface="DM Sans Light"/>
              </a:defRPr>
            </a:lvl1pPr>
            <a:lvl2pPr lvl="1">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2pPr>
            <a:lvl3pPr lvl="2">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3pPr>
            <a:lvl4pPr lvl="3">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4pPr>
            <a:lvl5pPr lvl="4">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5pPr>
            <a:lvl6pPr lvl="5">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6pPr>
            <a:lvl7pPr lvl="6">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7pPr>
            <a:lvl8pPr lvl="7">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8pPr>
            <a:lvl9pPr lvl="8">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9pPr>
          </a:lstStyle>
          <a:p/>
        </p:txBody>
      </p:sp>
      <p:sp>
        <p:nvSpPr>
          <p:cNvPr id="142" name="Google Shape;142;p21"/>
          <p:cNvSpPr/>
          <p:nvPr>
            <p:ph idx="8" type="pic"/>
          </p:nvPr>
        </p:nvSpPr>
        <p:spPr>
          <a:xfrm>
            <a:off x="2423700" y="1457950"/>
            <a:ext cx="1023900" cy="1536300"/>
          </a:xfrm>
          <a:prstGeom prst="roundRect">
            <a:avLst>
              <a:gd fmla="val 17439" name="adj"/>
            </a:avLst>
          </a:prstGeom>
          <a:noFill/>
          <a:ln>
            <a:noFill/>
          </a:ln>
        </p:spPr>
      </p:sp>
      <p:sp>
        <p:nvSpPr>
          <p:cNvPr id="143" name="Google Shape;143;p21"/>
          <p:cNvSpPr txBox="1"/>
          <p:nvPr>
            <p:ph idx="9" type="body"/>
          </p:nvPr>
        </p:nvSpPr>
        <p:spPr>
          <a:xfrm>
            <a:off x="2423700" y="3939125"/>
            <a:ext cx="1785300" cy="744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144" name="Google Shape;144;p21"/>
          <p:cNvSpPr txBox="1"/>
          <p:nvPr>
            <p:ph idx="13" type="subTitle"/>
          </p:nvPr>
        </p:nvSpPr>
        <p:spPr>
          <a:xfrm>
            <a:off x="4618800" y="3337827"/>
            <a:ext cx="2062200" cy="345000"/>
          </a:xfrm>
          <a:prstGeom prst="rect">
            <a:avLst/>
          </a:prstGeom>
        </p:spPr>
        <p:txBody>
          <a:bodyPr anchorCtr="0" anchor="b" bIns="91425" lIns="0" spcFirstLastPara="1" rIns="91425" wrap="square" tIns="91425">
            <a:noAutofit/>
          </a:bodyPr>
          <a:lstStyle>
            <a:lvl1pPr lvl="0">
              <a:lnSpc>
                <a:spcPct val="90000"/>
              </a:lnSpc>
              <a:spcBef>
                <a:spcPts val="0"/>
              </a:spcBef>
              <a:spcAft>
                <a:spcPts val="0"/>
              </a:spcAft>
              <a:buNone/>
              <a:defRPr/>
            </a:lvl1pPr>
            <a:lvl2pPr lvl="1">
              <a:lnSpc>
                <a:spcPct val="90000"/>
              </a:lnSpc>
              <a:spcBef>
                <a:spcPts val="0"/>
              </a:spcBef>
              <a:spcAft>
                <a:spcPts val="0"/>
              </a:spcAft>
              <a:buClr>
                <a:schemeClr val="lt1"/>
              </a:buClr>
              <a:buSzPts val="1800"/>
              <a:buFont typeface="Forum"/>
              <a:buNone/>
              <a:defRPr sz="1800">
                <a:latin typeface="Forum"/>
                <a:ea typeface="Forum"/>
                <a:cs typeface="Forum"/>
                <a:sym typeface="Forum"/>
              </a:defRPr>
            </a:lvl2pPr>
            <a:lvl3pPr lvl="2">
              <a:lnSpc>
                <a:spcPct val="90000"/>
              </a:lnSpc>
              <a:spcBef>
                <a:spcPts val="0"/>
              </a:spcBef>
              <a:spcAft>
                <a:spcPts val="0"/>
              </a:spcAft>
              <a:buClr>
                <a:schemeClr val="lt1"/>
              </a:buClr>
              <a:buSzPts val="1800"/>
              <a:buFont typeface="Forum"/>
              <a:buNone/>
              <a:defRPr sz="1800">
                <a:latin typeface="Forum"/>
                <a:ea typeface="Forum"/>
                <a:cs typeface="Forum"/>
                <a:sym typeface="Forum"/>
              </a:defRPr>
            </a:lvl3pPr>
            <a:lvl4pPr lvl="3">
              <a:lnSpc>
                <a:spcPct val="90000"/>
              </a:lnSpc>
              <a:spcBef>
                <a:spcPts val="0"/>
              </a:spcBef>
              <a:spcAft>
                <a:spcPts val="0"/>
              </a:spcAft>
              <a:buClr>
                <a:schemeClr val="lt1"/>
              </a:buClr>
              <a:buSzPts val="1800"/>
              <a:buFont typeface="Forum"/>
              <a:buNone/>
              <a:defRPr sz="1800">
                <a:latin typeface="Forum"/>
                <a:ea typeface="Forum"/>
                <a:cs typeface="Forum"/>
                <a:sym typeface="Forum"/>
              </a:defRPr>
            </a:lvl4pPr>
            <a:lvl5pPr lvl="4">
              <a:lnSpc>
                <a:spcPct val="90000"/>
              </a:lnSpc>
              <a:spcBef>
                <a:spcPts val="0"/>
              </a:spcBef>
              <a:spcAft>
                <a:spcPts val="0"/>
              </a:spcAft>
              <a:buClr>
                <a:schemeClr val="lt1"/>
              </a:buClr>
              <a:buSzPts val="1800"/>
              <a:buFont typeface="Forum"/>
              <a:buNone/>
              <a:defRPr sz="1800">
                <a:latin typeface="Forum"/>
                <a:ea typeface="Forum"/>
                <a:cs typeface="Forum"/>
                <a:sym typeface="Forum"/>
              </a:defRPr>
            </a:lvl5pPr>
            <a:lvl6pPr lvl="5">
              <a:lnSpc>
                <a:spcPct val="90000"/>
              </a:lnSpc>
              <a:spcBef>
                <a:spcPts val="0"/>
              </a:spcBef>
              <a:spcAft>
                <a:spcPts val="0"/>
              </a:spcAft>
              <a:buClr>
                <a:schemeClr val="lt1"/>
              </a:buClr>
              <a:buSzPts val="1800"/>
              <a:buFont typeface="Forum"/>
              <a:buNone/>
              <a:defRPr sz="1800">
                <a:latin typeface="Forum"/>
                <a:ea typeface="Forum"/>
                <a:cs typeface="Forum"/>
                <a:sym typeface="Forum"/>
              </a:defRPr>
            </a:lvl6pPr>
            <a:lvl7pPr lvl="6">
              <a:lnSpc>
                <a:spcPct val="90000"/>
              </a:lnSpc>
              <a:spcBef>
                <a:spcPts val="0"/>
              </a:spcBef>
              <a:spcAft>
                <a:spcPts val="0"/>
              </a:spcAft>
              <a:buClr>
                <a:schemeClr val="lt1"/>
              </a:buClr>
              <a:buSzPts val="1800"/>
              <a:buFont typeface="Forum"/>
              <a:buNone/>
              <a:defRPr sz="1800">
                <a:latin typeface="Forum"/>
                <a:ea typeface="Forum"/>
                <a:cs typeface="Forum"/>
                <a:sym typeface="Forum"/>
              </a:defRPr>
            </a:lvl7pPr>
            <a:lvl8pPr lvl="7">
              <a:lnSpc>
                <a:spcPct val="90000"/>
              </a:lnSpc>
              <a:spcBef>
                <a:spcPts val="0"/>
              </a:spcBef>
              <a:spcAft>
                <a:spcPts val="0"/>
              </a:spcAft>
              <a:buClr>
                <a:schemeClr val="lt1"/>
              </a:buClr>
              <a:buSzPts val="1800"/>
              <a:buFont typeface="Forum"/>
              <a:buNone/>
              <a:defRPr sz="1800">
                <a:latin typeface="Forum"/>
                <a:ea typeface="Forum"/>
                <a:cs typeface="Forum"/>
                <a:sym typeface="Forum"/>
              </a:defRPr>
            </a:lvl8pPr>
            <a:lvl9pPr lvl="8">
              <a:lnSpc>
                <a:spcPct val="90000"/>
              </a:lnSpc>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145" name="Google Shape;145;p21"/>
          <p:cNvSpPr txBox="1"/>
          <p:nvPr>
            <p:ph idx="14" type="subTitle"/>
          </p:nvPr>
        </p:nvSpPr>
        <p:spPr>
          <a:xfrm>
            <a:off x="4618800" y="3547550"/>
            <a:ext cx="2062200" cy="345000"/>
          </a:xfrm>
          <a:prstGeom prst="rect">
            <a:avLst/>
          </a:prstGeom>
        </p:spPr>
        <p:txBody>
          <a:bodyPr anchorCtr="0" anchor="t" bIns="91425" lIns="0" spcFirstLastPara="1" rIns="91425" wrap="square" tIns="91425">
            <a:noAutofit/>
          </a:bodyPr>
          <a:lstStyle>
            <a:lvl1pPr lvl="0">
              <a:lnSpc>
                <a:spcPct val="90000"/>
              </a:lnSpc>
              <a:spcBef>
                <a:spcPts val="0"/>
              </a:spcBef>
              <a:spcAft>
                <a:spcPts val="0"/>
              </a:spcAft>
              <a:buNone/>
              <a:defRPr sz="1100">
                <a:solidFill>
                  <a:schemeClr val="accent1"/>
                </a:solidFill>
                <a:latin typeface="DM Sans Light"/>
                <a:ea typeface="DM Sans Light"/>
                <a:cs typeface="DM Sans Light"/>
                <a:sym typeface="DM Sans Light"/>
              </a:defRPr>
            </a:lvl1pPr>
            <a:lvl2pPr lvl="1">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2pPr>
            <a:lvl3pPr lvl="2">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3pPr>
            <a:lvl4pPr lvl="3">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4pPr>
            <a:lvl5pPr lvl="4">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5pPr>
            <a:lvl6pPr lvl="5">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6pPr>
            <a:lvl7pPr lvl="6">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7pPr>
            <a:lvl8pPr lvl="7">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8pPr>
            <a:lvl9pPr lvl="8">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9pPr>
          </a:lstStyle>
          <a:p/>
        </p:txBody>
      </p:sp>
      <p:sp>
        <p:nvSpPr>
          <p:cNvPr id="146" name="Google Shape;146;p21"/>
          <p:cNvSpPr/>
          <p:nvPr>
            <p:ph idx="15" type="pic"/>
          </p:nvPr>
        </p:nvSpPr>
        <p:spPr>
          <a:xfrm>
            <a:off x="4618800" y="1457950"/>
            <a:ext cx="1023900" cy="1536300"/>
          </a:xfrm>
          <a:prstGeom prst="roundRect">
            <a:avLst>
              <a:gd fmla="val 17439" name="adj"/>
            </a:avLst>
          </a:prstGeom>
          <a:noFill/>
          <a:ln>
            <a:noFill/>
          </a:ln>
        </p:spPr>
      </p:sp>
      <p:sp>
        <p:nvSpPr>
          <p:cNvPr id="147" name="Google Shape;147;p21"/>
          <p:cNvSpPr txBox="1"/>
          <p:nvPr>
            <p:ph idx="16" type="body"/>
          </p:nvPr>
        </p:nvSpPr>
        <p:spPr>
          <a:xfrm>
            <a:off x="4618800" y="3939125"/>
            <a:ext cx="1785300" cy="744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148" name="Google Shape;148;p21"/>
          <p:cNvSpPr txBox="1"/>
          <p:nvPr>
            <p:ph idx="17" type="subTitle"/>
          </p:nvPr>
        </p:nvSpPr>
        <p:spPr>
          <a:xfrm>
            <a:off x="6796750" y="3337800"/>
            <a:ext cx="2118600" cy="345000"/>
          </a:xfrm>
          <a:prstGeom prst="rect">
            <a:avLst/>
          </a:prstGeom>
        </p:spPr>
        <p:txBody>
          <a:bodyPr anchorCtr="0" anchor="b" bIns="91425" lIns="0" spcFirstLastPara="1" rIns="91425" wrap="square" tIns="91425">
            <a:noAutofit/>
          </a:bodyPr>
          <a:lstStyle>
            <a:lvl1pPr lvl="0">
              <a:lnSpc>
                <a:spcPct val="90000"/>
              </a:lnSpc>
              <a:spcBef>
                <a:spcPts val="0"/>
              </a:spcBef>
              <a:spcAft>
                <a:spcPts val="0"/>
              </a:spcAft>
              <a:buNone/>
              <a:defRPr/>
            </a:lvl1pPr>
            <a:lvl2pPr lvl="1">
              <a:lnSpc>
                <a:spcPct val="90000"/>
              </a:lnSpc>
              <a:spcBef>
                <a:spcPts val="0"/>
              </a:spcBef>
              <a:spcAft>
                <a:spcPts val="0"/>
              </a:spcAft>
              <a:buClr>
                <a:schemeClr val="lt1"/>
              </a:buClr>
              <a:buSzPts val="1800"/>
              <a:buFont typeface="Forum"/>
              <a:buNone/>
              <a:defRPr sz="1800">
                <a:latin typeface="Forum"/>
                <a:ea typeface="Forum"/>
                <a:cs typeface="Forum"/>
                <a:sym typeface="Forum"/>
              </a:defRPr>
            </a:lvl2pPr>
            <a:lvl3pPr lvl="2">
              <a:lnSpc>
                <a:spcPct val="90000"/>
              </a:lnSpc>
              <a:spcBef>
                <a:spcPts val="0"/>
              </a:spcBef>
              <a:spcAft>
                <a:spcPts val="0"/>
              </a:spcAft>
              <a:buClr>
                <a:schemeClr val="lt1"/>
              </a:buClr>
              <a:buSzPts val="1800"/>
              <a:buFont typeface="Forum"/>
              <a:buNone/>
              <a:defRPr sz="1800">
                <a:latin typeface="Forum"/>
                <a:ea typeface="Forum"/>
                <a:cs typeface="Forum"/>
                <a:sym typeface="Forum"/>
              </a:defRPr>
            </a:lvl3pPr>
            <a:lvl4pPr lvl="3">
              <a:lnSpc>
                <a:spcPct val="90000"/>
              </a:lnSpc>
              <a:spcBef>
                <a:spcPts val="0"/>
              </a:spcBef>
              <a:spcAft>
                <a:spcPts val="0"/>
              </a:spcAft>
              <a:buClr>
                <a:schemeClr val="lt1"/>
              </a:buClr>
              <a:buSzPts val="1800"/>
              <a:buFont typeface="Forum"/>
              <a:buNone/>
              <a:defRPr sz="1800">
                <a:latin typeface="Forum"/>
                <a:ea typeface="Forum"/>
                <a:cs typeface="Forum"/>
                <a:sym typeface="Forum"/>
              </a:defRPr>
            </a:lvl4pPr>
            <a:lvl5pPr lvl="4">
              <a:lnSpc>
                <a:spcPct val="90000"/>
              </a:lnSpc>
              <a:spcBef>
                <a:spcPts val="0"/>
              </a:spcBef>
              <a:spcAft>
                <a:spcPts val="0"/>
              </a:spcAft>
              <a:buClr>
                <a:schemeClr val="lt1"/>
              </a:buClr>
              <a:buSzPts val="1800"/>
              <a:buFont typeface="Forum"/>
              <a:buNone/>
              <a:defRPr sz="1800">
                <a:latin typeface="Forum"/>
                <a:ea typeface="Forum"/>
                <a:cs typeface="Forum"/>
                <a:sym typeface="Forum"/>
              </a:defRPr>
            </a:lvl5pPr>
            <a:lvl6pPr lvl="5">
              <a:lnSpc>
                <a:spcPct val="90000"/>
              </a:lnSpc>
              <a:spcBef>
                <a:spcPts val="0"/>
              </a:spcBef>
              <a:spcAft>
                <a:spcPts val="0"/>
              </a:spcAft>
              <a:buClr>
                <a:schemeClr val="lt1"/>
              </a:buClr>
              <a:buSzPts val="1800"/>
              <a:buFont typeface="Forum"/>
              <a:buNone/>
              <a:defRPr sz="1800">
                <a:latin typeface="Forum"/>
                <a:ea typeface="Forum"/>
                <a:cs typeface="Forum"/>
                <a:sym typeface="Forum"/>
              </a:defRPr>
            </a:lvl6pPr>
            <a:lvl7pPr lvl="6">
              <a:lnSpc>
                <a:spcPct val="90000"/>
              </a:lnSpc>
              <a:spcBef>
                <a:spcPts val="0"/>
              </a:spcBef>
              <a:spcAft>
                <a:spcPts val="0"/>
              </a:spcAft>
              <a:buClr>
                <a:schemeClr val="lt1"/>
              </a:buClr>
              <a:buSzPts val="1800"/>
              <a:buFont typeface="Forum"/>
              <a:buNone/>
              <a:defRPr sz="1800">
                <a:latin typeface="Forum"/>
                <a:ea typeface="Forum"/>
                <a:cs typeface="Forum"/>
                <a:sym typeface="Forum"/>
              </a:defRPr>
            </a:lvl7pPr>
            <a:lvl8pPr lvl="7">
              <a:lnSpc>
                <a:spcPct val="90000"/>
              </a:lnSpc>
              <a:spcBef>
                <a:spcPts val="0"/>
              </a:spcBef>
              <a:spcAft>
                <a:spcPts val="0"/>
              </a:spcAft>
              <a:buClr>
                <a:schemeClr val="lt1"/>
              </a:buClr>
              <a:buSzPts val="1800"/>
              <a:buFont typeface="Forum"/>
              <a:buNone/>
              <a:defRPr sz="1800">
                <a:latin typeface="Forum"/>
                <a:ea typeface="Forum"/>
                <a:cs typeface="Forum"/>
                <a:sym typeface="Forum"/>
              </a:defRPr>
            </a:lvl8pPr>
            <a:lvl9pPr lvl="8">
              <a:lnSpc>
                <a:spcPct val="90000"/>
              </a:lnSpc>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149" name="Google Shape;149;p21"/>
          <p:cNvSpPr txBox="1"/>
          <p:nvPr>
            <p:ph idx="18" type="subTitle"/>
          </p:nvPr>
        </p:nvSpPr>
        <p:spPr>
          <a:xfrm>
            <a:off x="6796750" y="3547550"/>
            <a:ext cx="2118600" cy="345000"/>
          </a:xfrm>
          <a:prstGeom prst="rect">
            <a:avLst/>
          </a:prstGeom>
        </p:spPr>
        <p:txBody>
          <a:bodyPr anchorCtr="0" anchor="t" bIns="91425" lIns="0" spcFirstLastPara="1" rIns="91425" wrap="square" tIns="91425">
            <a:noAutofit/>
          </a:bodyPr>
          <a:lstStyle>
            <a:lvl1pPr lvl="0">
              <a:lnSpc>
                <a:spcPct val="90000"/>
              </a:lnSpc>
              <a:spcBef>
                <a:spcPts val="0"/>
              </a:spcBef>
              <a:spcAft>
                <a:spcPts val="0"/>
              </a:spcAft>
              <a:buNone/>
              <a:defRPr sz="1100">
                <a:solidFill>
                  <a:schemeClr val="accent1"/>
                </a:solidFill>
                <a:latin typeface="DM Sans Light"/>
                <a:ea typeface="DM Sans Light"/>
                <a:cs typeface="DM Sans Light"/>
                <a:sym typeface="DM Sans Light"/>
              </a:defRPr>
            </a:lvl1pPr>
            <a:lvl2pPr lvl="1">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2pPr>
            <a:lvl3pPr lvl="2">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3pPr>
            <a:lvl4pPr lvl="3">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4pPr>
            <a:lvl5pPr lvl="4">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5pPr>
            <a:lvl6pPr lvl="5">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6pPr>
            <a:lvl7pPr lvl="6">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7pPr>
            <a:lvl8pPr lvl="7">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8pPr>
            <a:lvl9pPr lvl="8">
              <a:lnSpc>
                <a:spcPct val="90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9pPr>
          </a:lstStyle>
          <a:p/>
        </p:txBody>
      </p:sp>
      <p:sp>
        <p:nvSpPr>
          <p:cNvPr id="150" name="Google Shape;150;p21"/>
          <p:cNvSpPr/>
          <p:nvPr>
            <p:ph idx="19" type="pic"/>
          </p:nvPr>
        </p:nvSpPr>
        <p:spPr>
          <a:xfrm>
            <a:off x="6796738" y="1457950"/>
            <a:ext cx="1023900" cy="1536300"/>
          </a:xfrm>
          <a:prstGeom prst="roundRect">
            <a:avLst>
              <a:gd fmla="val 17439" name="adj"/>
            </a:avLst>
          </a:prstGeom>
          <a:noFill/>
          <a:ln>
            <a:noFill/>
          </a:ln>
        </p:spPr>
      </p:sp>
      <p:sp>
        <p:nvSpPr>
          <p:cNvPr id="151" name="Google Shape;151;p21"/>
          <p:cNvSpPr txBox="1"/>
          <p:nvPr>
            <p:ph idx="20" type="body"/>
          </p:nvPr>
        </p:nvSpPr>
        <p:spPr>
          <a:xfrm>
            <a:off x="6796750" y="3939125"/>
            <a:ext cx="1785300" cy="744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152" name="Google Shape;152;p21"/>
          <p:cNvSpPr txBox="1"/>
          <p:nvPr>
            <p:ph type="title"/>
          </p:nvPr>
        </p:nvSpPr>
        <p:spPr>
          <a:xfrm>
            <a:off x="228600" y="399325"/>
            <a:ext cx="3531300" cy="624600"/>
          </a:xfrm>
          <a:prstGeom prst="rect">
            <a:avLst/>
          </a:prstGeom>
        </p:spPr>
        <p:txBody>
          <a:bodyPr anchorCtr="0" anchor="t" bIns="0" lIns="0" spcFirstLastPara="1" rIns="91425" wrap="square" tIns="91425">
            <a:noAutofit/>
          </a:bodyPr>
          <a:lstStyle>
            <a:lvl1pPr lvl="0">
              <a:lnSpc>
                <a:spcPct val="60000"/>
              </a:lnSpc>
              <a:spcBef>
                <a:spcPts val="0"/>
              </a:spcBef>
              <a:spcAft>
                <a:spcPts val="0"/>
              </a:spcAft>
              <a:buClr>
                <a:schemeClr val="lt1"/>
              </a:buClr>
              <a:buSzPts val="3600"/>
              <a:buFont typeface="Forum"/>
              <a:buNone/>
              <a:defRPr sz="3600"/>
            </a:lvl1pPr>
            <a:lvl2pPr lvl="1">
              <a:lnSpc>
                <a:spcPct val="60000"/>
              </a:lnSpc>
              <a:spcBef>
                <a:spcPts val="0"/>
              </a:spcBef>
              <a:spcAft>
                <a:spcPts val="0"/>
              </a:spcAft>
              <a:buClr>
                <a:schemeClr val="lt1"/>
              </a:buClr>
              <a:buSzPts val="3600"/>
              <a:buFont typeface="Forum"/>
              <a:buNone/>
              <a:defRPr sz="3600">
                <a:latin typeface="Forum"/>
                <a:ea typeface="Forum"/>
                <a:cs typeface="Forum"/>
                <a:sym typeface="Forum"/>
              </a:defRPr>
            </a:lvl2pPr>
            <a:lvl3pPr lvl="2">
              <a:lnSpc>
                <a:spcPct val="60000"/>
              </a:lnSpc>
              <a:spcBef>
                <a:spcPts val="0"/>
              </a:spcBef>
              <a:spcAft>
                <a:spcPts val="0"/>
              </a:spcAft>
              <a:buClr>
                <a:schemeClr val="lt1"/>
              </a:buClr>
              <a:buSzPts val="3600"/>
              <a:buFont typeface="Forum"/>
              <a:buNone/>
              <a:defRPr sz="3600">
                <a:latin typeface="Forum"/>
                <a:ea typeface="Forum"/>
                <a:cs typeface="Forum"/>
                <a:sym typeface="Forum"/>
              </a:defRPr>
            </a:lvl3pPr>
            <a:lvl4pPr lvl="3">
              <a:lnSpc>
                <a:spcPct val="60000"/>
              </a:lnSpc>
              <a:spcBef>
                <a:spcPts val="0"/>
              </a:spcBef>
              <a:spcAft>
                <a:spcPts val="0"/>
              </a:spcAft>
              <a:buClr>
                <a:schemeClr val="lt1"/>
              </a:buClr>
              <a:buSzPts val="3600"/>
              <a:buFont typeface="Forum"/>
              <a:buNone/>
              <a:defRPr sz="3600">
                <a:latin typeface="Forum"/>
                <a:ea typeface="Forum"/>
                <a:cs typeface="Forum"/>
                <a:sym typeface="Forum"/>
              </a:defRPr>
            </a:lvl4pPr>
            <a:lvl5pPr lvl="4">
              <a:lnSpc>
                <a:spcPct val="60000"/>
              </a:lnSpc>
              <a:spcBef>
                <a:spcPts val="0"/>
              </a:spcBef>
              <a:spcAft>
                <a:spcPts val="0"/>
              </a:spcAft>
              <a:buClr>
                <a:schemeClr val="lt1"/>
              </a:buClr>
              <a:buSzPts val="3600"/>
              <a:buFont typeface="Forum"/>
              <a:buNone/>
              <a:defRPr sz="3600">
                <a:latin typeface="Forum"/>
                <a:ea typeface="Forum"/>
                <a:cs typeface="Forum"/>
                <a:sym typeface="Forum"/>
              </a:defRPr>
            </a:lvl5pPr>
            <a:lvl6pPr lvl="5">
              <a:lnSpc>
                <a:spcPct val="60000"/>
              </a:lnSpc>
              <a:spcBef>
                <a:spcPts val="0"/>
              </a:spcBef>
              <a:spcAft>
                <a:spcPts val="0"/>
              </a:spcAft>
              <a:buClr>
                <a:schemeClr val="lt1"/>
              </a:buClr>
              <a:buSzPts val="3600"/>
              <a:buFont typeface="Forum"/>
              <a:buNone/>
              <a:defRPr sz="3600">
                <a:latin typeface="Forum"/>
                <a:ea typeface="Forum"/>
                <a:cs typeface="Forum"/>
                <a:sym typeface="Forum"/>
              </a:defRPr>
            </a:lvl6pPr>
            <a:lvl7pPr lvl="6">
              <a:lnSpc>
                <a:spcPct val="60000"/>
              </a:lnSpc>
              <a:spcBef>
                <a:spcPts val="0"/>
              </a:spcBef>
              <a:spcAft>
                <a:spcPts val="0"/>
              </a:spcAft>
              <a:buClr>
                <a:schemeClr val="lt1"/>
              </a:buClr>
              <a:buSzPts val="3600"/>
              <a:buFont typeface="Forum"/>
              <a:buNone/>
              <a:defRPr sz="3600">
                <a:latin typeface="Forum"/>
                <a:ea typeface="Forum"/>
                <a:cs typeface="Forum"/>
                <a:sym typeface="Forum"/>
              </a:defRPr>
            </a:lvl7pPr>
            <a:lvl8pPr lvl="7">
              <a:lnSpc>
                <a:spcPct val="60000"/>
              </a:lnSpc>
              <a:spcBef>
                <a:spcPts val="0"/>
              </a:spcBef>
              <a:spcAft>
                <a:spcPts val="0"/>
              </a:spcAft>
              <a:buClr>
                <a:schemeClr val="lt1"/>
              </a:buClr>
              <a:buSzPts val="3600"/>
              <a:buFont typeface="Forum"/>
              <a:buNone/>
              <a:defRPr sz="3600">
                <a:latin typeface="Forum"/>
                <a:ea typeface="Forum"/>
                <a:cs typeface="Forum"/>
                <a:sym typeface="Forum"/>
              </a:defRPr>
            </a:lvl8pPr>
            <a:lvl9pPr lvl="8">
              <a:lnSpc>
                <a:spcPct val="60000"/>
              </a:lnSpc>
              <a:spcBef>
                <a:spcPts val="0"/>
              </a:spcBef>
              <a:spcAft>
                <a:spcPts val="0"/>
              </a:spcAft>
              <a:buClr>
                <a:schemeClr val="lt1"/>
              </a:buClr>
              <a:buSzPts val="3600"/>
              <a:buFont typeface="Forum"/>
              <a:buNone/>
              <a:defRPr sz="3600">
                <a:latin typeface="Forum"/>
                <a:ea typeface="Forum"/>
                <a:cs typeface="Forum"/>
                <a:sym typeface="Forum"/>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Alt 1">
  <p:cSld name="CUSTOM_4">
    <p:spTree>
      <p:nvGrpSpPr>
        <p:cNvPr id="153" name="Shape 153"/>
        <p:cNvGrpSpPr/>
        <p:nvPr/>
      </p:nvGrpSpPr>
      <p:grpSpPr>
        <a:xfrm>
          <a:off x="0" y="0"/>
          <a:ext cx="0" cy="0"/>
          <a:chOff x="0" y="0"/>
          <a:chExt cx="0" cy="0"/>
        </a:xfrm>
      </p:grpSpPr>
      <p:sp>
        <p:nvSpPr>
          <p:cNvPr id="154" name="Google Shape;154;p22"/>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155" name="Google Shape;155;p22"/>
          <p:cNvSpPr txBox="1"/>
          <p:nvPr>
            <p:ph idx="2" type="body"/>
          </p:nvPr>
        </p:nvSpPr>
        <p:spPr>
          <a:xfrm>
            <a:off x="6231000" y="3124025"/>
            <a:ext cx="2684400" cy="5079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accent1"/>
              </a:buClr>
              <a:buSzPts val="1000"/>
              <a:buFont typeface="DM Sans"/>
              <a:buChar char="●"/>
              <a:defRPr/>
            </a:lvl1pPr>
            <a:lvl2pPr indent="-292100" lvl="1" marL="914400">
              <a:lnSpc>
                <a:spcPct val="115000"/>
              </a:lnSpc>
              <a:spcBef>
                <a:spcPts val="0"/>
              </a:spcBef>
              <a:spcAft>
                <a:spcPts val="0"/>
              </a:spcAft>
              <a:buClr>
                <a:schemeClr val="lt1"/>
              </a:buClr>
              <a:buSzPts val="1000"/>
              <a:buFont typeface="DM Sans"/>
              <a:buChar char="○"/>
              <a:defRPr/>
            </a:lvl2pPr>
            <a:lvl3pPr indent="-292100" lvl="2" marL="1371600">
              <a:lnSpc>
                <a:spcPct val="115000"/>
              </a:lnSpc>
              <a:spcBef>
                <a:spcPts val="0"/>
              </a:spcBef>
              <a:spcAft>
                <a:spcPts val="0"/>
              </a:spcAft>
              <a:buClr>
                <a:schemeClr val="lt1"/>
              </a:buClr>
              <a:buSzPts val="1000"/>
              <a:buFont typeface="DM Sans"/>
              <a:buChar char="■"/>
              <a:defRPr/>
            </a:lvl3pPr>
            <a:lvl4pPr indent="-292100" lvl="3" marL="1828800">
              <a:lnSpc>
                <a:spcPct val="115000"/>
              </a:lnSpc>
              <a:spcBef>
                <a:spcPts val="0"/>
              </a:spcBef>
              <a:spcAft>
                <a:spcPts val="0"/>
              </a:spcAft>
              <a:buClr>
                <a:schemeClr val="lt1"/>
              </a:buClr>
              <a:buSzPts val="1000"/>
              <a:buFont typeface="DM Sans"/>
              <a:buChar char="●"/>
              <a:defRPr/>
            </a:lvl4pPr>
            <a:lvl5pPr indent="-292100" lvl="4" marL="2286000">
              <a:lnSpc>
                <a:spcPct val="115000"/>
              </a:lnSpc>
              <a:spcBef>
                <a:spcPts val="0"/>
              </a:spcBef>
              <a:spcAft>
                <a:spcPts val="0"/>
              </a:spcAft>
              <a:buClr>
                <a:schemeClr val="lt1"/>
              </a:buClr>
              <a:buSzPts val="1000"/>
              <a:buFont typeface="DM Sans"/>
              <a:buChar char="○"/>
              <a:defRPr/>
            </a:lvl5pPr>
            <a:lvl6pPr indent="-292100" lvl="5" marL="2743200">
              <a:lnSpc>
                <a:spcPct val="115000"/>
              </a:lnSpc>
              <a:spcBef>
                <a:spcPts val="0"/>
              </a:spcBef>
              <a:spcAft>
                <a:spcPts val="0"/>
              </a:spcAft>
              <a:buClr>
                <a:schemeClr val="lt1"/>
              </a:buClr>
              <a:buSzPts val="1000"/>
              <a:buFont typeface="DM Sans"/>
              <a:buChar char="■"/>
              <a:defRPr/>
            </a:lvl6pPr>
            <a:lvl7pPr indent="-292100" lvl="6" marL="3200400">
              <a:lnSpc>
                <a:spcPct val="115000"/>
              </a:lnSpc>
              <a:spcBef>
                <a:spcPts val="0"/>
              </a:spcBef>
              <a:spcAft>
                <a:spcPts val="0"/>
              </a:spcAft>
              <a:buClr>
                <a:schemeClr val="lt1"/>
              </a:buClr>
              <a:buSzPts val="1000"/>
              <a:buFont typeface="DM Sans"/>
              <a:buChar char="●"/>
              <a:defRPr/>
            </a:lvl7pPr>
            <a:lvl8pPr indent="-292100" lvl="7" marL="3657600">
              <a:lnSpc>
                <a:spcPct val="115000"/>
              </a:lnSpc>
              <a:spcBef>
                <a:spcPts val="0"/>
              </a:spcBef>
              <a:spcAft>
                <a:spcPts val="0"/>
              </a:spcAft>
              <a:buClr>
                <a:schemeClr val="lt1"/>
              </a:buClr>
              <a:buSzPts val="1000"/>
              <a:buFont typeface="DM Sans"/>
              <a:buChar char="○"/>
              <a:defRPr/>
            </a:lvl8pPr>
            <a:lvl9pPr indent="-292100" lvl="8" marL="4114800">
              <a:lnSpc>
                <a:spcPct val="115000"/>
              </a:lnSpc>
              <a:spcBef>
                <a:spcPts val="0"/>
              </a:spcBef>
              <a:spcAft>
                <a:spcPts val="0"/>
              </a:spcAft>
              <a:buClr>
                <a:schemeClr val="lt1"/>
              </a:buClr>
              <a:buSzPts val="1000"/>
              <a:buFont typeface="DM Sans"/>
              <a:buChar char="■"/>
              <a:defRPr/>
            </a:lvl9pPr>
          </a:lstStyle>
          <a:p/>
        </p:txBody>
      </p:sp>
      <p:sp>
        <p:nvSpPr>
          <p:cNvPr id="156" name="Google Shape;156;p22"/>
          <p:cNvSpPr txBox="1"/>
          <p:nvPr>
            <p:ph idx="3" type="body"/>
          </p:nvPr>
        </p:nvSpPr>
        <p:spPr>
          <a:xfrm>
            <a:off x="6231000" y="4241250"/>
            <a:ext cx="2751300" cy="5079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accent1"/>
              </a:buClr>
              <a:buSzPts val="1000"/>
              <a:buFont typeface="DM Sans"/>
              <a:buChar char="●"/>
              <a:defRPr/>
            </a:lvl1pPr>
            <a:lvl2pPr indent="-292100" lvl="1" marL="914400">
              <a:lnSpc>
                <a:spcPct val="115000"/>
              </a:lnSpc>
              <a:spcBef>
                <a:spcPts val="0"/>
              </a:spcBef>
              <a:spcAft>
                <a:spcPts val="0"/>
              </a:spcAft>
              <a:buClr>
                <a:schemeClr val="lt1"/>
              </a:buClr>
              <a:buSzPts val="1000"/>
              <a:buFont typeface="DM Sans"/>
              <a:buChar char="○"/>
              <a:defRPr/>
            </a:lvl2pPr>
            <a:lvl3pPr indent="-292100" lvl="2" marL="1371600">
              <a:lnSpc>
                <a:spcPct val="115000"/>
              </a:lnSpc>
              <a:spcBef>
                <a:spcPts val="0"/>
              </a:spcBef>
              <a:spcAft>
                <a:spcPts val="0"/>
              </a:spcAft>
              <a:buClr>
                <a:schemeClr val="lt1"/>
              </a:buClr>
              <a:buSzPts val="1000"/>
              <a:buFont typeface="DM Sans"/>
              <a:buChar char="■"/>
              <a:defRPr/>
            </a:lvl3pPr>
            <a:lvl4pPr indent="-292100" lvl="3" marL="1828800">
              <a:lnSpc>
                <a:spcPct val="115000"/>
              </a:lnSpc>
              <a:spcBef>
                <a:spcPts val="0"/>
              </a:spcBef>
              <a:spcAft>
                <a:spcPts val="0"/>
              </a:spcAft>
              <a:buClr>
                <a:schemeClr val="lt1"/>
              </a:buClr>
              <a:buSzPts val="1000"/>
              <a:buFont typeface="DM Sans"/>
              <a:buChar char="●"/>
              <a:defRPr/>
            </a:lvl4pPr>
            <a:lvl5pPr indent="-292100" lvl="4" marL="2286000">
              <a:lnSpc>
                <a:spcPct val="115000"/>
              </a:lnSpc>
              <a:spcBef>
                <a:spcPts val="0"/>
              </a:spcBef>
              <a:spcAft>
                <a:spcPts val="0"/>
              </a:spcAft>
              <a:buClr>
                <a:schemeClr val="lt1"/>
              </a:buClr>
              <a:buSzPts val="1000"/>
              <a:buFont typeface="DM Sans"/>
              <a:buChar char="○"/>
              <a:defRPr/>
            </a:lvl5pPr>
            <a:lvl6pPr indent="-292100" lvl="5" marL="2743200">
              <a:lnSpc>
                <a:spcPct val="115000"/>
              </a:lnSpc>
              <a:spcBef>
                <a:spcPts val="0"/>
              </a:spcBef>
              <a:spcAft>
                <a:spcPts val="0"/>
              </a:spcAft>
              <a:buClr>
                <a:schemeClr val="lt1"/>
              </a:buClr>
              <a:buSzPts val="1000"/>
              <a:buFont typeface="DM Sans"/>
              <a:buChar char="■"/>
              <a:defRPr/>
            </a:lvl6pPr>
            <a:lvl7pPr indent="-292100" lvl="6" marL="3200400">
              <a:lnSpc>
                <a:spcPct val="115000"/>
              </a:lnSpc>
              <a:spcBef>
                <a:spcPts val="0"/>
              </a:spcBef>
              <a:spcAft>
                <a:spcPts val="0"/>
              </a:spcAft>
              <a:buClr>
                <a:schemeClr val="lt1"/>
              </a:buClr>
              <a:buSzPts val="1000"/>
              <a:buFont typeface="DM Sans"/>
              <a:buChar char="●"/>
              <a:defRPr/>
            </a:lvl7pPr>
            <a:lvl8pPr indent="-292100" lvl="7" marL="3657600">
              <a:lnSpc>
                <a:spcPct val="115000"/>
              </a:lnSpc>
              <a:spcBef>
                <a:spcPts val="0"/>
              </a:spcBef>
              <a:spcAft>
                <a:spcPts val="0"/>
              </a:spcAft>
              <a:buClr>
                <a:schemeClr val="lt1"/>
              </a:buClr>
              <a:buSzPts val="1000"/>
              <a:buFont typeface="DM Sans"/>
              <a:buChar char="○"/>
              <a:defRPr/>
            </a:lvl8pPr>
            <a:lvl9pPr indent="-292100" lvl="8" marL="4114800">
              <a:lnSpc>
                <a:spcPct val="115000"/>
              </a:lnSpc>
              <a:spcBef>
                <a:spcPts val="0"/>
              </a:spcBef>
              <a:spcAft>
                <a:spcPts val="0"/>
              </a:spcAft>
              <a:buClr>
                <a:schemeClr val="lt1"/>
              </a:buClr>
              <a:buSzPts val="1000"/>
              <a:buFont typeface="DM Sans"/>
              <a:buChar char="■"/>
              <a:defRPr/>
            </a:lvl9pPr>
          </a:lstStyle>
          <a:p/>
        </p:txBody>
      </p:sp>
      <p:sp>
        <p:nvSpPr>
          <p:cNvPr id="157" name="Google Shape;157;p22"/>
          <p:cNvSpPr txBox="1"/>
          <p:nvPr>
            <p:ph idx="4" type="subTitle"/>
          </p:nvPr>
        </p:nvSpPr>
        <p:spPr>
          <a:xfrm>
            <a:off x="6231000" y="3897900"/>
            <a:ext cx="2913000" cy="246300"/>
          </a:xfrm>
          <a:prstGeom prst="rect">
            <a:avLst/>
          </a:prstGeom>
        </p:spPr>
        <p:txBody>
          <a:bodyPr anchorCtr="0" anchor="t" bIns="0" lIns="0" spcFirstLastPara="1" rIns="91425" wrap="square" tIns="0">
            <a:noAutofit/>
          </a:bodyPr>
          <a:lstStyle>
            <a:lvl1pPr lvl="0">
              <a:spcBef>
                <a:spcPts val="0"/>
              </a:spcBef>
              <a:spcAft>
                <a:spcPts val="0"/>
              </a:spcAft>
              <a:buClr>
                <a:schemeClr val="accent1"/>
              </a:buClr>
              <a:buSzPts val="1600"/>
              <a:buFont typeface="Forum"/>
              <a:buNone/>
              <a:defRPr sz="1600">
                <a:solidFill>
                  <a:schemeClr val="accent1"/>
                </a:solidFill>
              </a:defRPr>
            </a:lvl1pPr>
            <a:lvl2pPr lvl="1">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2pPr>
            <a:lvl3pPr lvl="2">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3pPr>
            <a:lvl4pPr lvl="3">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4pPr>
            <a:lvl5pPr lvl="4">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5pPr>
            <a:lvl6pPr lvl="5">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6pPr>
            <a:lvl7pPr lvl="6">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7pPr>
            <a:lvl8pPr lvl="7">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8pPr>
            <a:lvl9pPr lvl="8">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9pPr>
          </a:lstStyle>
          <a:p/>
        </p:txBody>
      </p:sp>
      <p:sp>
        <p:nvSpPr>
          <p:cNvPr id="158" name="Google Shape;158;p22"/>
          <p:cNvSpPr txBox="1"/>
          <p:nvPr>
            <p:ph idx="5" type="subTitle"/>
          </p:nvPr>
        </p:nvSpPr>
        <p:spPr>
          <a:xfrm>
            <a:off x="6231000" y="2780875"/>
            <a:ext cx="2913000" cy="246300"/>
          </a:xfrm>
          <a:prstGeom prst="rect">
            <a:avLst/>
          </a:prstGeom>
        </p:spPr>
        <p:txBody>
          <a:bodyPr anchorCtr="0" anchor="t" bIns="0" lIns="0" spcFirstLastPara="1" rIns="91425" wrap="square" tIns="0">
            <a:noAutofit/>
          </a:bodyPr>
          <a:lstStyle>
            <a:lvl1pPr lvl="0">
              <a:spcBef>
                <a:spcPts val="0"/>
              </a:spcBef>
              <a:spcAft>
                <a:spcPts val="0"/>
              </a:spcAft>
              <a:buClr>
                <a:schemeClr val="accent1"/>
              </a:buClr>
              <a:buSzPts val="1600"/>
              <a:buFont typeface="Forum"/>
              <a:buNone/>
              <a:defRPr sz="1600">
                <a:solidFill>
                  <a:schemeClr val="accent1"/>
                </a:solidFill>
              </a:defRPr>
            </a:lvl1pPr>
            <a:lvl2pPr lvl="1">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2pPr>
            <a:lvl3pPr lvl="2">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3pPr>
            <a:lvl4pPr lvl="3">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4pPr>
            <a:lvl5pPr lvl="4">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5pPr>
            <a:lvl6pPr lvl="5">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6pPr>
            <a:lvl7pPr lvl="6">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7pPr>
            <a:lvl8pPr lvl="7">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8pPr>
            <a:lvl9pPr lvl="8">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9pPr>
          </a:lstStyle>
          <a:p/>
        </p:txBody>
      </p:sp>
      <p:sp>
        <p:nvSpPr>
          <p:cNvPr id="159" name="Google Shape;159;p22"/>
          <p:cNvSpPr txBox="1"/>
          <p:nvPr>
            <p:ph idx="6" type="subTitle"/>
          </p:nvPr>
        </p:nvSpPr>
        <p:spPr>
          <a:xfrm>
            <a:off x="6231000" y="1459700"/>
            <a:ext cx="2913000" cy="246300"/>
          </a:xfrm>
          <a:prstGeom prst="rect">
            <a:avLst/>
          </a:prstGeom>
        </p:spPr>
        <p:txBody>
          <a:bodyPr anchorCtr="0" anchor="t" bIns="0" lIns="0" spcFirstLastPara="1" rIns="91425" wrap="square" tIns="0">
            <a:noAutofit/>
          </a:bodyPr>
          <a:lstStyle>
            <a:lvl1pPr lvl="0">
              <a:spcBef>
                <a:spcPts val="0"/>
              </a:spcBef>
              <a:spcAft>
                <a:spcPts val="0"/>
              </a:spcAft>
              <a:buClr>
                <a:schemeClr val="accent1"/>
              </a:buClr>
              <a:buSzPts val="1600"/>
              <a:buFont typeface="Forum"/>
              <a:buNone/>
              <a:defRPr sz="1600">
                <a:solidFill>
                  <a:schemeClr val="accent1"/>
                </a:solidFill>
              </a:defRPr>
            </a:lvl1pPr>
            <a:lvl2pPr lvl="1">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2pPr>
            <a:lvl3pPr lvl="2">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3pPr>
            <a:lvl4pPr lvl="3">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4pPr>
            <a:lvl5pPr lvl="4">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5pPr>
            <a:lvl6pPr lvl="5">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6pPr>
            <a:lvl7pPr lvl="6">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7pPr>
            <a:lvl8pPr lvl="7">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8pPr>
            <a:lvl9pPr lvl="8">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9pPr>
          </a:lstStyle>
          <a:p/>
        </p:txBody>
      </p:sp>
      <p:sp>
        <p:nvSpPr>
          <p:cNvPr id="160" name="Google Shape;160;p22"/>
          <p:cNvSpPr txBox="1"/>
          <p:nvPr>
            <p:ph idx="7" type="subTitle"/>
          </p:nvPr>
        </p:nvSpPr>
        <p:spPr>
          <a:xfrm>
            <a:off x="2872500" y="3328000"/>
            <a:ext cx="2834700" cy="326400"/>
          </a:xfrm>
          <a:prstGeom prst="rect">
            <a:avLst/>
          </a:prstGeom>
        </p:spPr>
        <p:txBody>
          <a:bodyPr anchorCtr="0" anchor="t" bIns="91425" lIns="0" spcFirstLastPara="1" rIns="0" wrap="square" tIns="0">
            <a:noAutofit/>
          </a:bodyPr>
          <a:lstStyle>
            <a:lvl1pPr lvl="0">
              <a:spcBef>
                <a:spcPts val="0"/>
              </a:spcBef>
              <a:spcAft>
                <a:spcPts val="0"/>
              </a:spcAft>
              <a:buClr>
                <a:schemeClr val="accent1"/>
              </a:buClr>
              <a:buSzPts val="1600"/>
              <a:buFont typeface="Forum"/>
              <a:buNone/>
              <a:defRPr sz="1600">
                <a:solidFill>
                  <a:schemeClr val="accent1"/>
                </a:solidFill>
              </a:defRPr>
            </a:lvl1pPr>
            <a:lvl2pPr lvl="1">
              <a:spcBef>
                <a:spcPts val="0"/>
              </a:spcBef>
              <a:spcAft>
                <a:spcPts val="0"/>
              </a:spcAft>
              <a:buClr>
                <a:schemeClr val="accent1"/>
              </a:buClr>
              <a:buSzPts val="1400"/>
              <a:buFont typeface="Forum"/>
              <a:buNone/>
              <a:defRPr>
                <a:solidFill>
                  <a:schemeClr val="accent1"/>
                </a:solidFill>
                <a:latin typeface="Forum"/>
                <a:ea typeface="Forum"/>
                <a:cs typeface="Forum"/>
                <a:sym typeface="Forum"/>
              </a:defRPr>
            </a:lvl2pPr>
            <a:lvl3pPr lvl="2">
              <a:spcBef>
                <a:spcPts val="0"/>
              </a:spcBef>
              <a:spcAft>
                <a:spcPts val="0"/>
              </a:spcAft>
              <a:buClr>
                <a:schemeClr val="accent1"/>
              </a:buClr>
              <a:buSzPts val="1400"/>
              <a:buFont typeface="Forum"/>
              <a:buNone/>
              <a:defRPr>
                <a:solidFill>
                  <a:schemeClr val="accent1"/>
                </a:solidFill>
                <a:latin typeface="Forum"/>
                <a:ea typeface="Forum"/>
                <a:cs typeface="Forum"/>
                <a:sym typeface="Forum"/>
              </a:defRPr>
            </a:lvl3pPr>
            <a:lvl4pPr lvl="3">
              <a:spcBef>
                <a:spcPts val="0"/>
              </a:spcBef>
              <a:spcAft>
                <a:spcPts val="0"/>
              </a:spcAft>
              <a:buClr>
                <a:schemeClr val="accent1"/>
              </a:buClr>
              <a:buSzPts val="1400"/>
              <a:buFont typeface="Forum"/>
              <a:buNone/>
              <a:defRPr>
                <a:solidFill>
                  <a:schemeClr val="accent1"/>
                </a:solidFill>
                <a:latin typeface="Forum"/>
                <a:ea typeface="Forum"/>
                <a:cs typeface="Forum"/>
                <a:sym typeface="Forum"/>
              </a:defRPr>
            </a:lvl4pPr>
            <a:lvl5pPr lvl="4">
              <a:spcBef>
                <a:spcPts val="0"/>
              </a:spcBef>
              <a:spcAft>
                <a:spcPts val="0"/>
              </a:spcAft>
              <a:buClr>
                <a:schemeClr val="accent1"/>
              </a:buClr>
              <a:buSzPts val="1400"/>
              <a:buFont typeface="Forum"/>
              <a:buNone/>
              <a:defRPr>
                <a:solidFill>
                  <a:schemeClr val="accent1"/>
                </a:solidFill>
                <a:latin typeface="Forum"/>
                <a:ea typeface="Forum"/>
                <a:cs typeface="Forum"/>
                <a:sym typeface="Forum"/>
              </a:defRPr>
            </a:lvl5pPr>
            <a:lvl6pPr lvl="5">
              <a:spcBef>
                <a:spcPts val="0"/>
              </a:spcBef>
              <a:spcAft>
                <a:spcPts val="0"/>
              </a:spcAft>
              <a:buClr>
                <a:schemeClr val="accent1"/>
              </a:buClr>
              <a:buSzPts val="1400"/>
              <a:buFont typeface="Forum"/>
              <a:buNone/>
              <a:defRPr>
                <a:solidFill>
                  <a:schemeClr val="accent1"/>
                </a:solidFill>
                <a:latin typeface="Forum"/>
                <a:ea typeface="Forum"/>
                <a:cs typeface="Forum"/>
                <a:sym typeface="Forum"/>
              </a:defRPr>
            </a:lvl6pPr>
            <a:lvl7pPr lvl="6">
              <a:spcBef>
                <a:spcPts val="0"/>
              </a:spcBef>
              <a:spcAft>
                <a:spcPts val="0"/>
              </a:spcAft>
              <a:buClr>
                <a:schemeClr val="accent1"/>
              </a:buClr>
              <a:buSzPts val="1400"/>
              <a:buFont typeface="Forum"/>
              <a:buNone/>
              <a:defRPr>
                <a:solidFill>
                  <a:schemeClr val="accent1"/>
                </a:solidFill>
                <a:latin typeface="Forum"/>
                <a:ea typeface="Forum"/>
                <a:cs typeface="Forum"/>
                <a:sym typeface="Forum"/>
              </a:defRPr>
            </a:lvl7pPr>
            <a:lvl8pPr lvl="7">
              <a:spcBef>
                <a:spcPts val="0"/>
              </a:spcBef>
              <a:spcAft>
                <a:spcPts val="0"/>
              </a:spcAft>
              <a:buClr>
                <a:schemeClr val="accent1"/>
              </a:buClr>
              <a:buSzPts val="1400"/>
              <a:buFont typeface="Forum"/>
              <a:buNone/>
              <a:defRPr>
                <a:solidFill>
                  <a:schemeClr val="accent1"/>
                </a:solidFill>
                <a:latin typeface="Forum"/>
                <a:ea typeface="Forum"/>
                <a:cs typeface="Forum"/>
                <a:sym typeface="Forum"/>
              </a:defRPr>
            </a:lvl8pPr>
            <a:lvl9pPr lvl="8">
              <a:spcBef>
                <a:spcPts val="0"/>
              </a:spcBef>
              <a:spcAft>
                <a:spcPts val="0"/>
              </a:spcAft>
              <a:buClr>
                <a:schemeClr val="accent1"/>
              </a:buClr>
              <a:buSzPts val="1400"/>
              <a:buFont typeface="Forum"/>
              <a:buNone/>
              <a:defRPr>
                <a:solidFill>
                  <a:schemeClr val="accent1"/>
                </a:solidFill>
                <a:latin typeface="Forum"/>
                <a:ea typeface="Forum"/>
                <a:cs typeface="Forum"/>
                <a:sym typeface="Forum"/>
              </a:defRPr>
            </a:lvl9pPr>
          </a:lstStyle>
          <a:p/>
        </p:txBody>
      </p:sp>
      <p:sp>
        <p:nvSpPr>
          <p:cNvPr id="161" name="Google Shape;161;p22"/>
          <p:cNvSpPr txBox="1"/>
          <p:nvPr>
            <p:ph type="title"/>
          </p:nvPr>
        </p:nvSpPr>
        <p:spPr>
          <a:xfrm>
            <a:off x="228600" y="399332"/>
            <a:ext cx="2834700" cy="612000"/>
          </a:xfrm>
          <a:prstGeom prst="rect">
            <a:avLst/>
          </a:prstGeom>
        </p:spPr>
        <p:txBody>
          <a:bodyPr anchorCtr="0" anchor="t" bIns="0" lIns="0" spcFirstLastPara="1" rIns="91425" wrap="square" tIns="91425">
            <a:noAutofit/>
          </a:bodyPr>
          <a:lstStyle>
            <a:lvl1pPr lvl="0">
              <a:lnSpc>
                <a:spcPct val="60000"/>
              </a:lnSpc>
              <a:spcBef>
                <a:spcPts val="0"/>
              </a:spcBef>
              <a:spcAft>
                <a:spcPts val="0"/>
              </a:spcAft>
              <a:buClr>
                <a:schemeClr val="lt1"/>
              </a:buClr>
              <a:buSzPts val="2800"/>
              <a:buFont typeface="Forum"/>
              <a:buNone/>
              <a:defRPr sz="2800"/>
            </a:lvl1pPr>
            <a:lvl2pPr lvl="1">
              <a:lnSpc>
                <a:spcPct val="60000"/>
              </a:lnSpc>
              <a:spcBef>
                <a:spcPts val="0"/>
              </a:spcBef>
              <a:spcAft>
                <a:spcPts val="0"/>
              </a:spcAft>
              <a:buClr>
                <a:schemeClr val="lt1"/>
              </a:buClr>
              <a:buSzPts val="1400"/>
              <a:buFont typeface="Forum"/>
              <a:buNone/>
              <a:defRPr>
                <a:latin typeface="Forum"/>
                <a:ea typeface="Forum"/>
                <a:cs typeface="Forum"/>
                <a:sym typeface="Forum"/>
              </a:defRPr>
            </a:lvl2pPr>
            <a:lvl3pPr lvl="2">
              <a:lnSpc>
                <a:spcPct val="60000"/>
              </a:lnSpc>
              <a:spcBef>
                <a:spcPts val="0"/>
              </a:spcBef>
              <a:spcAft>
                <a:spcPts val="0"/>
              </a:spcAft>
              <a:buClr>
                <a:schemeClr val="lt1"/>
              </a:buClr>
              <a:buSzPts val="1400"/>
              <a:buFont typeface="Forum"/>
              <a:buNone/>
              <a:defRPr>
                <a:latin typeface="Forum"/>
                <a:ea typeface="Forum"/>
                <a:cs typeface="Forum"/>
                <a:sym typeface="Forum"/>
              </a:defRPr>
            </a:lvl3pPr>
            <a:lvl4pPr lvl="3">
              <a:lnSpc>
                <a:spcPct val="60000"/>
              </a:lnSpc>
              <a:spcBef>
                <a:spcPts val="0"/>
              </a:spcBef>
              <a:spcAft>
                <a:spcPts val="0"/>
              </a:spcAft>
              <a:buClr>
                <a:schemeClr val="lt1"/>
              </a:buClr>
              <a:buSzPts val="1400"/>
              <a:buFont typeface="Forum"/>
              <a:buNone/>
              <a:defRPr>
                <a:latin typeface="Forum"/>
                <a:ea typeface="Forum"/>
                <a:cs typeface="Forum"/>
                <a:sym typeface="Forum"/>
              </a:defRPr>
            </a:lvl4pPr>
            <a:lvl5pPr lvl="4">
              <a:lnSpc>
                <a:spcPct val="60000"/>
              </a:lnSpc>
              <a:spcBef>
                <a:spcPts val="0"/>
              </a:spcBef>
              <a:spcAft>
                <a:spcPts val="0"/>
              </a:spcAft>
              <a:buClr>
                <a:schemeClr val="lt1"/>
              </a:buClr>
              <a:buSzPts val="1400"/>
              <a:buFont typeface="Forum"/>
              <a:buNone/>
              <a:defRPr>
                <a:latin typeface="Forum"/>
                <a:ea typeface="Forum"/>
                <a:cs typeface="Forum"/>
                <a:sym typeface="Forum"/>
              </a:defRPr>
            </a:lvl5pPr>
            <a:lvl6pPr lvl="5">
              <a:lnSpc>
                <a:spcPct val="60000"/>
              </a:lnSpc>
              <a:spcBef>
                <a:spcPts val="0"/>
              </a:spcBef>
              <a:spcAft>
                <a:spcPts val="0"/>
              </a:spcAft>
              <a:buClr>
                <a:schemeClr val="lt1"/>
              </a:buClr>
              <a:buSzPts val="1400"/>
              <a:buFont typeface="Forum"/>
              <a:buNone/>
              <a:defRPr>
                <a:latin typeface="Forum"/>
                <a:ea typeface="Forum"/>
                <a:cs typeface="Forum"/>
                <a:sym typeface="Forum"/>
              </a:defRPr>
            </a:lvl6pPr>
            <a:lvl7pPr lvl="6">
              <a:lnSpc>
                <a:spcPct val="60000"/>
              </a:lnSpc>
              <a:spcBef>
                <a:spcPts val="0"/>
              </a:spcBef>
              <a:spcAft>
                <a:spcPts val="0"/>
              </a:spcAft>
              <a:buClr>
                <a:schemeClr val="lt1"/>
              </a:buClr>
              <a:buSzPts val="1400"/>
              <a:buFont typeface="Forum"/>
              <a:buNone/>
              <a:defRPr>
                <a:latin typeface="Forum"/>
                <a:ea typeface="Forum"/>
                <a:cs typeface="Forum"/>
                <a:sym typeface="Forum"/>
              </a:defRPr>
            </a:lvl7pPr>
            <a:lvl8pPr lvl="7">
              <a:lnSpc>
                <a:spcPct val="60000"/>
              </a:lnSpc>
              <a:spcBef>
                <a:spcPts val="0"/>
              </a:spcBef>
              <a:spcAft>
                <a:spcPts val="0"/>
              </a:spcAft>
              <a:buClr>
                <a:schemeClr val="lt1"/>
              </a:buClr>
              <a:buSzPts val="1400"/>
              <a:buFont typeface="Forum"/>
              <a:buNone/>
              <a:defRPr>
                <a:latin typeface="Forum"/>
                <a:ea typeface="Forum"/>
                <a:cs typeface="Forum"/>
                <a:sym typeface="Forum"/>
              </a:defRPr>
            </a:lvl8pPr>
            <a:lvl9pPr lvl="8">
              <a:lnSpc>
                <a:spcPct val="60000"/>
              </a:lnSpc>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162" name="Google Shape;162;p22"/>
          <p:cNvSpPr/>
          <p:nvPr>
            <p:ph idx="8" type="pic"/>
          </p:nvPr>
        </p:nvSpPr>
        <p:spPr>
          <a:xfrm>
            <a:off x="228450" y="1459775"/>
            <a:ext cx="2101200" cy="1438200"/>
          </a:xfrm>
          <a:prstGeom prst="roundRect">
            <a:avLst>
              <a:gd fmla="val 16667" name="adj"/>
            </a:avLst>
          </a:prstGeom>
          <a:noFill/>
          <a:ln>
            <a:noFill/>
          </a:ln>
        </p:spPr>
      </p:sp>
      <p:sp>
        <p:nvSpPr>
          <p:cNvPr id="163" name="Google Shape;163;p22"/>
          <p:cNvSpPr txBox="1"/>
          <p:nvPr>
            <p:ph idx="9" type="subTitle"/>
          </p:nvPr>
        </p:nvSpPr>
        <p:spPr>
          <a:xfrm>
            <a:off x="228450" y="3052975"/>
            <a:ext cx="1010100" cy="117300"/>
          </a:xfrm>
          <a:prstGeom prst="rect">
            <a:avLst/>
          </a:prstGeom>
        </p:spPr>
        <p:txBody>
          <a:bodyPr anchorCtr="0" anchor="b" bIns="0" lIns="0" spcFirstLastPara="1" rIns="0" wrap="square" tIns="0">
            <a:noAutofit/>
          </a:bodyPr>
          <a:lstStyle>
            <a:lvl1pPr lvl="0">
              <a:lnSpc>
                <a:spcPct val="65000"/>
              </a:lnSpc>
              <a:spcBef>
                <a:spcPts val="0"/>
              </a:spcBef>
              <a:spcAft>
                <a:spcPts val="0"/>
              </a:spcAft>
              <a:buClr>
                <a:schemeClr val="lt1"/>
              </a:buClr>
              <a:buSzPts val="1000"/>
              <a:buFont typeface="Forum"/>
              <a:buNone/>
              <a:defRPr sz="1000"/>
            </a:lvl1pPr>
            <a:lvl2pPr lvl="1">
              <a:spcBef>
                <a:spcPts val="0"/>
              </a:spcBef>
              <a:spcAft>
                <a:spcPts val="0"/>
              </a:spcAft>
              <a:buClr>
                <a:schemeClr val="lt1"/>
              </a:buClr>
              <a:buSzPts val="1000"/>
              <a:buFont typeface="Forum"/>
              <a:buNone/>
              <a:defRPr sz="1000">
                <a:latin typeface="Forum"/>
                <a:ea typeface="Forum"/>
                <a:cs typeface="Forum"/>
                <a:sym typeface="Forum"/>
              </a:defRPr>
            </a:lvl2pPr>
            <a:lvl3pPr lvl="2">
              <a:spcBef>
                <a:spcPts val="0"/>
              </a:spcBef>
              <a:spcAft>
                <a:spcPts val="0"/>
              </a:spcAft>
              <a:buClr>
                <a:schemeClr val="lt1"/>
              </a:buClr>
              <a:buSzPts val="1000"/>
              <a:buFont typeface="Forum"/>
              <a:buNone/>
              <a:defRPr sz="1000">
                <a:latin typeface="Forum"/>
                <a:ea typeface="Forum"/>
                <a:cs typeface="Forum"/>
                <a:sym typeface="Forum"/>
              </a:defRPr>
            </a:lvl3pPr>
            <a:lvl4pPr lvl="3">
              <a:spcBef>
                <a:spcPts val="0"/>
              </a:spcBef>
              <a:spcAft>
                <a:spcPts val="0"/>
              </a:spcAft>
              <a:buClr>
                <a:schemeClr val="lt1"/>
              </a:buClr>
              <a:buSzPts val="1000"/>
              <a:buFont typeface="Forum"/>
              <a:buNone/>
              <a:defRPr sz="1000">
                <a:latin typeface="Forum"/>
                <a:ea typeface="Forum"/>
                <a:cs typeface="Forum"/>
                <a:sym typeface="Forum"/>
              </a:defRPr>
            </a:lvl4pPr>
            <a:lvl5pPr lvl="4">
              <a:spcBef>
                <a:spcPts val="0"/>
              </a:spcBef>
              <a:spcAft>
                <a:spcPts val="0"/>
              </a:spcAft>
              <a:buClr>
                <a:schemeClr val="lt1"/>
              </a:buClr>
              <a:buSzPts val="1000"/>
              <a:buFont typeface="Forum"/>
              <a:buNone/>
              <a:defRPr sz="1000">
                <a:latin typeface="Forum"/>
                <a:ea typeface="Forum"/>
                <a:cs typeface="Forum"/>
                <a:sym typeface="Forum"/>
              </a:defRPr>
            </a:lvl5pPr>
            <a:lvl6pPr lvl="5">
              <a:spcBef>
                <a:spcPts val="0"/>
              </a:spcBef>
              <a:spcAft>
                <a:spcPts val="0"/>
              </a:spcAft>
              <a:buClr>
                <a:schemeClr val="lt1"/>
              </a:buClr>
              <a:buSzPts val="1000"/>
              <a:buFont typeface="Forum"/>
              <a:buNone/>
              <a:defRPr sz="1000">
                <a:latin typeface="Forum"/>
                <a:ea typeface="Forum"/>
                <a:cs typeface="Forum"/>
                <a:sym typeface="Forum"/>
              </a:defRPr>
            </a:lvl6pPr>
            <a:lvl7pPr lvl="6">
              <a:spcBef>
                <a:spcPts val="0"/>
              </a:spcBef>
              <a:spcAft>
                <a:spcPts val="0"/>
              </a:spcAft>
              <a:buClr>
                <a:schemeClr val="lt1"/>
              </a:buClr>
              <a:buSzPts val="1000"/>
              <a:buFont typeface="Forum"/>
              <a:buNone/>
              <a:defRPr sz="1000">
                <a:latin typeface="Forum"/>
                <a:ea typeface="Forum"/>
                <a:cs typeface="Forum"/>
                <a:sym typeface="Forum"/>
              </a:defRPr>
            </a:lvl7pPr>
            <a:lvl8pPr lvl="7">
              <a:spcBef>
                <a:spcPts val="0"/>
              </a:spcBef>
              <a:spcAft>
                <a:spcPts val="0"/>
              </a:spcAft>
              <a:buClr>
                <a:schemeClr val="lt1"/>
              </a:buClr>
              <a:buSzPts val="1000"/>
              <a:buFont typeface="Forum"/>
              <a:buNone/>
              <a:defRPr sz="1000">
                <a:latin typeface="Forum"/>
                <a:ea typeface="Forum"/>
                <a:cs typeface="Forum"/>
                <a:sym typeface="Forum"/>
              </a:defRPr>
            </a:lvl8pPr>
            <a:lvl9pPr lvl="8">
              <a:spcBef>
                <a:spcPts val="0"/>
              </a:spcBef>
              <a:spcAft>
                <a:spcPts val="0"/>
              </a:spcAft>
              <a:buClr>
                <a:schemeClr val="lt1"/>
              </a:buClr>
              <a:buSzPts val="1000"/>
              <a:buFont typeface="Forum"/>
              <a:buNone/>
              <a:defRPr sz="1000">
                <a:latin typeface="Forum"/>
                <a:ea typeface="Forum"/>
                <a:cs typeface="Forum"/>
                <a:sym typeface="Forum"/>
              </a:defRPr>
            </a:lvl9pPr>
          </a:lstStyle>
          <a:p/>
        </p:txBody>
      </p:sp>
      <p:sp>
        <p:nvSpPr>
          <p:cNvPr id="164" name="Google Shape;164;p22"/>
          <p:cNvSpPr txBox="1"/>
          <p:nvPr>
            <p:ph idx="13" type="subTitle"/>
          </p:nvPr>
        </p:nvSpPr>
        <p:spPr>
          <a:xfrm>
            <a:off x="228450" y="3350375"/>
            <a:ext cx="1010100" cy="117300"/>
          </a:xfrm>
          <a:prstGeom prst="rect">
            <a:avLst/>
          </a:prstGeom>
        </p:spPr>
        <p:txBody>
          <a:bodyPr anchorCtr="0" anchor="b" bIns="0" lIns="0" spcFirstLastPara="1" rIns="0" wrap="square" tIns="0">
            <a:noAutofit/>
          </a:bodyPr>
          <a:lstStyle>
            <a:lvl1pPr lvl="0">
              <a:lnSpc>
                <a:spcPct val="65000"/>
              </a:lnSpc>
              <a:spcBef>
                <a:spcPts val="0"/>
              </a:spcBef>
              <a:spcAft>
                <a:spcPts val="0"/>
              </a:spcAft>
              <a:buClr>
                <a:schemeClr val="lt1"/>
              </a:buClr>
              <a:buSzPts val="1000"/>
              <a:buFont typeface="Forum"/>
              <a:buNone/>
              <a:defRPr sz="1000"/>
            </a:lvl1pPr>
            <a:lvl2pPr lvl="1">
              <a:spcBef>
                <a:spcPts val="0"/>
              </a:spcBef>
              <a:spcAft>
                <a:spcPts val="0"/>
              </a:spcAft>
              <a:buClr>
                <a:schemeClr val="lt1"/>
              </a:buClr>
              <a:buSzPts val="1000"/>
              <a:buFont typeface="Forum"/>
              <a:buNone/>
              <a:defRPr sz="1000">
                <a:latin typeface="Forum"/>
                <a:ea typeface="Forum"/>
                <a:cs typeface="Forum"/>
                <a:sym typeface="Forum"/>
              </a:defRPr>
            </a:lvl2pPr>
            <a:lvl3pPr lvl="2">
              <a:spcBef>
                <a:spcPts val="0"/>
              </a:spcBef>
              <a:spcAft>
                <a:spcPts val="0"/>
              </a:spcAft>
              <a:buClr>
                <a:schemeClr val="lt1"/>
              </a:buClr>
              <a:buSzPts val="1000"/>
              <a:buFont typeface="Forum"/>
              <a:buNone/>
              <a:defRPr sz="1000">
                <a:latin typeface="Forum"/>
                <a:ea typeface="Forum"/>
                <a:cs typeface="Forum"/>
                <a:sym typeface="Forum"/>
              </a:defRPr>
            </a:lvl3pPr>
            <a:lvl4pPr lvl="3">
              <a:spcBef>
                <a:spcPts val="0"/>
              </a:spcBef>
              <a:spcAft>
                <a:spcPts val="0"/>
              </a:spcAft>
              <a:buClr>
                <a:schemeClr val="lt1"/>
              </a:buClr>
              <a:buSzPts val="1000"/>
              <a:buFont typeface="Forum"/>
              <a:buNone/>
              <a:defRPr sz="1000">
                <a:latin typeface="Forum"/>
                <a:ea typeface="Forum"/>
                <a:cs typeface="Forum"/>
                <a:sym typeface="Forum"/>
              </a:defRPr>
            </a:lvl4pPr>
            <a:lvl5pPr lvl="4">
              <a:spcBef>
                <a:spcPts val="0"/>
              </a:spcBef>
              <a:spcAft>
                <a:spcPts val="0"/>
              </a:spcAft>
              <a:buClr>
                <a:schemeClr val="lt1"/>
              </a:buClr>
              <a:buSzPts val="1000"/>
              <a:buFont typeface="Forum"/>
              <a:buNone/>
              <a:defRPr sz="1000">
                <a:latin typeface="Forum"/>
                <a:ea typeface="Forum"/>
                <a:cs typeface="Forum"/>
                <a:sym typeface="Forum"/>
              </a:defRPr>
            </a:lvl5pPr>
            <a:lvl6pPr lvl="5">
              <a:spcBef>
                <a:spcPts val="0"/>
              </a:spcBef>
              <a:spcAft>
                <a:spcPts val="0"/>
              </a:spcAft>
              <a:buClr>
                <a:schemeClr val="lt1"/>
              </a:buClr>
              <a:buSzPts val="1000"/>
              <a:buFont typeface="Forum"/>
              <a:buNone/>
              <a:defRPr sz="1000">
                <a:latin typeface="Forum"/>
                <a:ea typeface="Forum"/>
                <a:cs typeface="Forum"/>
                <a:sym typeface="Forum"/>
              </a:defRPr>
            </a:lvl6pPr>
            <a:lvl7pPr lvl="6">
              <a:spcBef>
                <a:spcPts val="0"/>
              </a:spcBef>
              <a:spcAft>
                <a:spcPts val="0"/>
              </a:spcAft>
              <a:buClr>
                <a:schemeClr val="lt1"/>
              </a:buClr>
              <a:buSzPts val="1000"/>
              <a:buFont typeface="Forum"/>
              <a:buNone/>
              <a:defRPr sz="1000">
                <a:latin typeface="Forum"/>
                <a:ea typeface="Forum"/>
                <a:cs typeface="Forum"/>
                <a:sym typeface="Forum"/>
              </a:defRPr>
            </a:lvl7pPr>
            <a:lvl8pPr lvl="7">
              <a:spcBef>
                <a:spcPts val="0"/>
              </a:spcBef>
              <a:spcAft>
                <a:spcPts val="0"/>
              </a:spcAft>
              <a:buClr>
                <a:schemeClr val="lt1"/>
              </a:buClr>
              <a:buSzPts val="1000"/>
              <a:buFont typeface="Forum"/>
              <a:buNone/>
              <a:defRPr sz="1000">
                <a:latin typeface="Forum"/>
                <a:ea typeface="Forum"/>
                <a:cs typeface="Forum"/>
                <a:sym typeface="Forum"/>
              </a:defRPr>
            </a:lvl8pPr>
            <a:lvl9pPr lvl="8">
              <a:spcBef>
                <a:spcPts val="0"/>
              </a:spcBef>
              <a:spcAft>
                <a:spcPts val="0"/>
              </a:spcAft>
              <a:buClr>
                <a:schemeClr val="lt1"/>
              </a:buClr>
              <a:buSzPts val="1000"/>
              <a:buFont typeface="Forum"/>
              <a:buNone/>
              <a:defRPr sz="1000">
                <a:latin typeface="Forum"/>
                <a:ea typeface="Forum"/>
                <a:cs typeface="Forum"/>
                <a:sym typeface="Forum"/>
              </a:defRPr>
            </a:lvl9pPr>
          </a:lstStyle>
          <a:p/>
        </p:txBody>
      </p:sp>
      <p:sp>
        <p:nvSpPr>
          <p:cNvPr id="165" name="Google Shape;165;p22"/>
          <p:cNvSpPr txBox="1"/>
          <p:nvPr>
            <p:ph idx="14" type="subTitle"/>
          </p:nvPr>
        </p:nvSpPr>
        <p:spPr>
          <a:xfrm>
            <a:off x="228450" y="3648065"/>
            <a:ext cx="1010100" cy="117300"/>
          </a:xfrm>
          <a:prstGeom prst="rect">
            <a:avLst/>
          </a:prstGeom>
        </p:spPr>
        <p:txBody>
          <a:bodyPr anchorCtr="0" anchor="b" bIns="0" lIns="0" spcFirstLastPara="1" rIns="0" wrap="square" tIns="0">
            <a:noAutofit/>
          </a:bodyPr>
          <a:lstStyle>
            <a:lvl1pPr lvl="0">
              <a:lnSpc>
                <a:spcPct val="65000"/>
              </a:lnSpc>
              <a:spcBef>
                <a:spcPts val="0"/>
              </a:spcBef>
              <a:spcAft>
                <a:spcPts val="0"/>
              </a:spcAft>
              <a:buClr>
                <a:schemeClr val="lt1"/>
              </a:buClr>
              <a:buSzPts val="1000"/>
              <a:buFont typeface="Forum"/>
              <a:buNone/>
              <a:defRPr sz="1000"/>
            </a:lvl1pPr>
            <a:lvl2pPr lvl="1">
              <a:spcBef>
                <a:spcPts val="0"/>
              </a:spcBef>
              <a:spcAft>
                <a:spcPts val="0"/>
              </a:spcAft>
              <a:buClr>
                <a:schemeClr val="lt1"/>
              </a:buClr>
              <a:buSzPts val="1000"/>
              <a:buFont typeface="Forum"/>
              <a:buNone/>
              <a:defRPr sz="1000">
                <a:latin typeface="Forum"/>
                <a:ea typeface="Forum"/>
                <a:cs typeface="Forum"/>
                <a:sym typeface="Forum"/>
              </a:defRPr>
            </a:lvl2pPr>
            <a:lvl3pPr lvl="2">
              <a:spcBef>
                <a:spcPts val="0"/>
              </a:spcBef>
              <a:spcAft>
                <a:spcPts val="0"/>
              </a:spcAft>
              <a:buClr>
                <a:schemeClr val="lt1"/>
              </a:buClr>
              <a:buSzPts val="1000"/>
              <a:buFont typeface="Forum"/>
              <a:buNone/>
              <a:defRPr sz="1000">
                <a:latin typeface="Forum"/>
                <a:ea typeface="Forum"/>
                <a:cs typeface="Forum"/>
                <a:sym typeface="Forum"/>
              </a:defRPr>
            </a:lvl3pPr>
            <a:lvl4pPr lvl="3">
              <a:spcBef>
                <a:spcPts val="0"/>
              </a:spcBef>
              <a:spcAft>
                <a:spcPts val="0"/>
              </a:spcAft>
              <a:buClr>
                <a:schemeClr val="lt1"/>
              </a:buClr>
              <a:buSzPts val="1000"/>
              <a:buFont typeface="Forum"/>
              <a:buNone/>
              <a:defRPr sz="1000">
                <a:latin typeface="Forum"/>
                <a:ea typeface="Forum"/>
                <a:cs typeface="Forum"/>
                <a:sym typeface="Forum"/>
              </a:defRPr>
            </a:lvl4pPr>
            <a:lvl5pPr lvl="4">
              <a:spcBef>
                <a:spcPts val="0"/>
              </a:spcBef>
              <a:spcAft>
                <a:spcPts val="0"/>
              </a:spcAft>
              <a:buClr>
                <a:schemeClr val="lt1"/>
              </a:buClr>
              <a:buSzPts val="1000"/>
              <a:buFont typeface="Forum"/>
              <a:buNone/>
              <a:defRPr sz="1000">
                <a:latin typeface="Forum"/>
                <a:ea typeface="Forum"/>
                <a:cs typeface="Forum"/>
                <a:sym typeface="Forum"/>
              </a:defRPr>
            </a:lvl5pPr>
            <a:lvl6pPr lvl="5">
              <a:spcBef>
                <a:spcPts val="0"/>
              </a:spcBef>
              <a:spcAft>
                <a:spcPts val="0"/>
              </a:spcAft>
              <a:buClr>
                <a:schemeClr val="lt1"/>
              </a:buClr>
              <a:buSzPts val="1000"/>
              <a:buFont typeface="Forum"/>
              <a:buNone/>
              <a:defRPr sz="1000">
                <a:latin typeface="Forum"/>
                <a:ea typeface="Forum"/>
                <a:cs typeface="Forum"/>
                <a:sym typeface="Forum"/>
              </a:defRPr>
            </a:lvl6pPr>
            <a:lvl7pPr lvl="6">
              <a:spcBef>
                <a:spcPts val="0"/>
              </a:spcBef>
              <a:spcAft>
                <a:spcPts val="0"/>
              </a:spcAft>
              <a:buClr>
                <a:schemeClr val="lt1"/>
              </a:buClr>
              <a:buSzPts val="1000"/>
              <a:buFont typeface="Forum"/>
              <a:buNone/>
              <a:defRPr sz="1000">
                <a:latin typeface="Forum"/>
                <a:ea typeface="Forum"/>
                <a:cs typeface="Forum"/>
                <a:sym typeface="Forum"/>
              </a:defRPr>
            </a:lvl7pPr>
            <a:lvl8pPr lvl="7">
              <a:spcBef>
                <a:spcPts val="0"/>
              </a:spcBef>
              <a:spcAft>
                <a:spcPts val="0"/>
              </a:spcAft>
              <a:buClr>
                <a:schemeClr val="lt1"/>
              </a:buClr>
              <a:buSzPts val="1000"/>
              <a:buFont typeface="Forum"/>
              <a:buNone/>
              <a:defRPr sz="1000">
                <a:latin typeface="Forum"/>
                <a:ea typeface="Forum"/>
                <a:cs typeface="Forum"/>
                <a:sym typeface="Forum"/>
              </a:defRPr>
            </a:lvl8pPr>
            <a:lvl9pPr lvl="8">
              <a:spcBef>
                <a:spcPts val="0"/>
              </a:spcBef>
              <a:spcAft>
                <a:spcPts val="0"/>
              </a:spcAft>
              <a:buClr>
                <a:schemeClr val="lt1"/>
              </a:buClr>
              <a:buSzPts val="1000"/>
              <a:buFont typeface="Forum"/>
              <a:buNone/>
              <a:defRPr sz="1000">
                <a:latin typeface="Forum"/>
                <a:ea typeface="Forum"/>
                <a:cs typeface="Forum"/>
                <a:sym typeface="Forum"/>
              </a:defRPr>
            </a:lvl9pPr>
          </a:lstStyle>
          <a:p/>
        </p:txBody>
      </p:sp>
      <p:sp>
        <p:nvSpPr>
          <p:cNvPr id="166" name="Google Shape;166;p22"/>
          <p:cNvSpPr txBox="1"/>
          <p:nvPr>
            <p:ph idx="15" type="subTitle"/>
          </p:nvPr>
        </p:nvSpPr>
        <p:spPr>
          <a:xfrm>
            <a:off x="228450" y="3945765"/>
            <a:ext cx="1010100" cy="117300"/>
          </a:xfrm>
          <a:prstGeom prst="rect">
            <a:avLst/>
          </a:prstGeom>
        </p:spPr>
        <p:txBody>
          <a:bodyPr anchorCtr="0" anchor="b" bIns="0" lIns="0" spcFirstLastPara="1" rIns="0" wrap="square" tIns="0">
            <a:noAutofit/>
          </a:bodyPr>
          <a:lstStyle>
            <a:lvl1pPr lvl="0">
              <a:lnSpc>
                <a:spcPct val="65000"/>
              </a:lnSpc>
              <a:spcBef>
                <a:spcPts val="0"/>
              </a:spcBef>
              <a:spcAft>
                <a:spcPts val="0"/>
              </a:spcAft>
              <a:buClr>
                <a:schemeClr val="lt1"/>
              </a:buClr>
              <a:buSzPts val="1000"/>
              <a:buFont typeface="Forum"/>
              <a:buNone/>
              <a:defRPr sz="1000"/>
            </a:lvl1pPr>
            <a:lvl2pPr lvl="1">
              <a:spcBef>
                <a:spcPts val="0"/>
              </a:spcBef>
              <a:spcAft>
                <a:spcPts val="0"/>
              </a:spcAft>
              <a:buClr>
                <a:schemeClr val="lt1"/>
              </a:buClr>
              <a:buSzPts val="1000"/>
              <a:buFont typeface="Forum"/>
              <a:buNone/>
              <a:defRPr sz="1000">
                <a:latin typeface="Forum"/>
                <a:ea typeface="Forum"/>
                <a:cs typeface="Forum"/>
                <a:sym typeface="Forum"/>
              </a:defRPr>
            </a:lvl2pPr>
            <a:lvl3pPr lvl="2">
              <a:spcBef>
                <a:spcPts val="0"/>
              </a:spcBef>
              <a:spcAft>
                <a:spcPts val="0"/>
              </a:spcAft>
              <a:buClr>
                <a:schemeClr val="lt1"/>
              </a:buClr>
              <a:buSzPts val="1000"/>
              <a:buFont typeface="Forum"/>
              <a:buNone/>
              <a:defRPr sz="1000">
                <a:latin typeface="Forum"/>
                <a:ea typeface="Forum"/>
                <a:cs typeface="Forum"/>
                <a:sym typeface="Forum"/>
              </a:defRPr>
            </a:lvl3pPr>
            <a:lvl4pPr lvl="3">
              <a:spcBef>
                <a:spcPts val="0"/>
              </a:spcBef>
              <a:spcAft>
                <a:spcPts val="0"/>
              </a:spcAft>
              <a:buClr>
                <a:schemeClr val="lt1"/>
              </a:buClr>
              <a:buSzPts val="1000"/>
              <a:buFont typeface="Forum"/>
              <a:buNone/>
              <a:defRPr sz="1000">
                <a:latin typeface="Forum"/>
                <a:ea typeface="Forum"/>
                <a:cs typeface="Forum"/>
                <a:sym typeface="Forum"/>
              </a:defRPr>
            </a:lvl4pPr>
            <a:lvl5pPr lvl="4">
              <a:spcBef>
                <a:spcPts val="0"/>
              </a:spcBef>
              <a:spcAft>
                <a:spcPts val="0"/>
              </a:spcAft>
              <a:buClr>
                <a:schemeClr val="lt1"/>
              </a:buClr>
              <a:buSzPts val="1000"/>
              <a:buFont typeface="Forum"/>
              <a:buNone/>
              <a:defRPr sz="1000">
                <a:latin typeface="Forum"/>
                <a:ea typeface="Forum"/>
                <a:cs typeface="Forum"/>
                <a:sym typeface="Forum"/>
              </a:defRPr>
            </a:lvl5pPr>
            <a:lvl6pPr lvl="5">
              <a:spcBef>
                <a:spcPts val="0"/>
              </a:spcBef>
              <a:spcAft>
                <a:spcPts val="0"/>
              </a:spcAft>
              <a:buClr>
                <a:schemeClr val="lt1"/>
              </a:buClr>
              <a:buSzPts val="1000"/>
              <a:buFont typeface="Forum"/>
              <a:buNone/>
              <a:defRPr sz="1000">
                <a:latin typeface="Forum"/>
                <a:ea typeface="Forum"/>
                <a:cs typeface="Forum"/>
                <a:sym typeface="Forum"/>
              </a:defRPr>
            </a:lvl6pPr>
            <a:lvl7pPr lvl="6">
              <a:spcBef>
                <a:spcPts val="0"/>
              </a:spcBef>
              <a:spcAft>
                <a:spcPts val="0"/>
              </a:spcAft>
              <a:buClr>
                <a:schemeClr val="lt1"/>
              </a:buClr>
              <a:buSzPts val="1000"/>
              <a:buFont typeface="Forum"/>
              <a:buNone/>
              <a:defRPr sz="1000">
                <a:latin typeface="Forum"/>
                <a:ea typeface="Forum"/>
                <a:cs typeface="Forum"/>
                <a:sym typeface="Forum"/>
              </a:defRPr>
            </a:lvl7pPr>
            <a:lvl8pPr lvl="7">
              <a:spcBef>
                <a:spcPts val="0"/>
              </a:spcBef>
              <a:spcAft>
                <a:spcPts val="0"/>
              </a:spcAft>
              <a:buClr>
                <a:schemeClr val="lt1"/>
              </a:buClr>
              <a:buSzPts val="1000"/>
              <a:buFont typeface="Forum"/>
              <a:buNone/>
              <a:defRPr sz="1000">
                <a:latin typeface="Forum"/>
                <a:ea typeface="Forum"/>
                <a:cs typeface="Forum"/>
                <a:sym typeface="Forum"/>
              </a:defRPr>
            </a:lvl8pPr>
            <a:lvl9pPr lvl="8">
              <a:spcBef>
                <a:spcPts val="0"/>
              </a:spcBef>
              <a:spcAft>
                <a:spcPts val="0"/>
              </a:spcAft>
              <a:buClr>
                <a:schemeClr val="lt1"/>
              </a:buClr>
              <a:buSzPts val="1000"/>
              <a:buFont typeface="Forum"/>
              <a:buNone/>
              <a:defRPr sz="1000">
                <a:latin typeface="Forum"/>
                <a:ea typeface="Forum"/>
                <a:cs typeface="Forum"/>
                <a:sym typeface="Forum"/>
              </a:defRPr>
            </a:lvl9pPr>
          </a:lstStyle>
          <a:p/>
        </p:txBody>
      </p:sp>
      <p:sp>
        <p:nvSpPr>
          <p:cNvPr id="167" name="Google Shape;167;p22"/>
          <p:cNvSpPr txBox="1"/>
          <p:nvPr>
            <p:ph idx="16" type="subTitle"/>
          </p:nvPr>
        </p:nvSpPr>
        <p:spPr>
          <a:xfrm>
            <a:off x="228450" y="4241899"/>
            <a:ext cx="1010100" cy="117300"/>
          </a:xfrm>
          <a:prstGeom prst="rect">
            <a:avLst/>
          </a:prstGeom>
        </p:spPr>
        <p:txBody>
          <a:bodyPr anchorCtr="0" anchor="b" bIns="0" lIns="0" spcFirstLastPara="1" rIns="0" wrap="square" tIns="0">
            <a:noAutofit/>
          </a:bodyPr>
          <a:lstStyle>
            <a:lvl1pPr lvl="0">
              <a:lnSpc>
                <a:spcPct val="65000"/>
              </a:lnSpc>
              <a:spcBef>
                <a:spcPts val="0"/>
              </a:spcBef>
              <a:spcAft>
                <a:spcPts val="0"/>
              </a:spcAft>
              <a:buClr>
                <a:schemeClr val="lt1"/>
              </a:buClr>
              <a:buSzPts val="1000"/>
              <a:buFont typeface="Forum"/>
              <a:buNone/>
              <a:defRPr sz="1000"/>
            </a:lvl1pPr>
            <a:lvl2pPr lvl="1">
              <a:spcBef>
                <a:spcPts val="0"/>
              </a:spcBef>
              <a:spcAft>
                <a:spcPts val="0"/>
              </a:spcAft>
              <a:buClr>
                <a:schemeClr val="lt1"/>
              </a:buClr>
              <a:buSzPts val="1000"/>
              <a:buFont typeface="Forum"/>
              <a:buNone/>
              <a:defRPr sz="1000">
                <a:latin typeface="Forum"/>
                <a:ea typeface="Forum"/>
                <a:cs typeface="Forum"/>
                <a:sym typeface="Forum"/>
              </a:defRPr>
            </a:lvl2pPr>
            <a:lvl3pPr lvl="2">
              <a:spcBef>
                <a:spcPts val="0"/>
              </a:spcBef>
              <a:spcAft>
                <a:spcPts val="0"/>
              </a:spcAft>
              <a:buClr>
                <a:schemeClr val="lt1"/>
              </a:buClr>
              <a:buSzPts val="1000"/>
              <a:buFont typeface="Forum"/>
              <a:buNone/>
              <a:defRPr sz="1000">
                <a:latin typeface="Forum"/>
                <a:ea typeface="Forum"/>
                <a:cs typeface="Forum"/>
                <a:sym typeface="Forum"/>
              </a:defRPr>
            </a:lvl3pPr>
            <a:lvl4pPr lvl="3">
              <a:spcBef>
                <a:spcPts val="0"/>
              </a:spcBef>
              <a:spcAft>
                <a:spcPts val="0"/>
              </a:spcAft>
              <a:buClr>
                <a:schemeClr val="lt1"/>
              </a:buClr>
              <a:buSzPts val="1000"/>
              <a:buFont typeface="Forum"/>
              <a:buNone/>
              <a:defRPr sz="1000">
                <a:latin typeface="Forum"/>
                <a:ea typeface="Forum"/>
                <a:cs typeface="Forum"/>
                <a:sym typeface="Forum"/>
              </a:defRPr>
            </a:lvl4pPr>
            <a:lvl5pPr lvl="4">
              <a:spcBef>
                <a:spcPts val="0"/>
              </a:spcBef>
              <a:spcAft>
                <a:spcPts val="0"/>
              </a:spcAft>
              <a:buClr>
                <a:schemeClr val="lt1"/>
              </a:buClr>
              <a:buSzPts val="1000"/>
              <a:buFont typeface="Forum"/>
              <a:buNone/>
              <a:defRPr sz="1000">
                <a:latin typeface="Forum"/>
                <a:ea typeface="Forum"/>
                <a:cs typeface="Forum"/>
                <a:sym typeface="Forum"/>
              </a:defRPr>
            </a:lvl5pPr>
            <a:lvl6pPr lvl="5">
              <a:spcBef>
                <a:spcPts val="0"/>
              </a:spcBef>
              <a:spcAft>
                <a:spcPts val="0"/>
              </a:spcAft>
              <a:buClr>
                <a:schemeClr val="lt1"/>
              </a:buClr>
              <a:buSzPts val="1000"/>
              <a:buFont typeface="Forum"/>
              <a:buNone/>
              <a:defRPr sz="1000">
                <a:latin typeface="Forum"/>
                <a:ea typeface="Forum"/>
                <a:cs typeface="Forum"/>
                <a:sym typeface="Forum"/>
              </a:defRPr>
            </a:lvl6pPr>
            <a:lvl7pPr lvl="6">
              <a:spcBef>
                <a:spcPts val="0"/>
              </a:spcBef>
              <a:spcAft>
                <a:spcPts val="0"/>
              </a:spcAft>
              <a:buClr>
                <a:schemeClr val="lt1"/>
              </a:buClr>
              <a:buSzPts val="1000"/>
              <a:buFont typeface="Forum"/>
              <a:buNone/>
              <a:defRPr sz="1000">
                <a:latin typeface="Forum"/>
                <a:ea typeface="Forum"/>
                <a:cs typeface="Forum"/>
                <a:sym typeface="Forum"/>
              </a:defRPr>
            </a:lvl7pPr>
            <a:lvl8pPr lvl="7">
              <a:spcBef>
                <a:spcPts val="0"/>
              </a:spcBef>
              <a:spcAft>
                <a:spcPts val="0"/>
              </a:spcAft>
              <a:buClr>
                <a:schemeClr val="lt1"/>
              </a:buClr>
              <a:buSzPts val="1000"/>
              <a:buFont typeface="Forum"/>
              <a:buNone/>
              <a:defRPr sz="1000">
                <a:latin typeface="Forum"/>
                <a:ea typeface="Forum"/>
                <a:cs typeface="Forum"/>
                <a:sym typeface="Forum"/>
              </a:defRPr>
            </a:lvl8pPr>
            <a:lvl9pPr lvl="8">
              <a:spcBef>
                <a:spcPts val="0"/>
              </a:spcBef>
              <a:spcAft>
                <a:spcPts val="0"/>
              </a:spcAft>
              <a:buClr>
                <a:schemeClr val="lt1"/>
              </a:buClr>
              <a:buSzPts val="1000"/>
              <a:buFont typeface="Forum"/>
              <a:buNone/>
              <a:defRPr sz="1000">
                <a:latin typeface="Forum"/>
                <a:ea typeface="Forum"/>
                <a:cs typeface="Forum"/>
                <a:sym typeface="Forum"/>
              </a:defRPr>
            </a:lvl9pPr>
          </a:lstStyle>
          <a:p/>
        </p:txBody>
      </p:sp>
      <p:sp>
        <p:nvSpPr>
          <p:cNvPr id="168" name="Google Shape;168;p22"/>
          <p:cNvSpPr txBox="1"/>
          <p:nvPr>
            <p:ph idx="17" type="subTitle"/>
          </p:nvPr>
        </p:nvSpPr>
        <p:spPr>
          <a:xfrm>
            <a:off x="228450" y="4540679"/>
            <a:ext cx="1010100" cy="117300"/>
          </a:xfrm>
          <a:prstGeom prst="rect">
            <a:avLst/>
          </a:prstGeom>
        </p:spPr>
        <p:txBody>
          <a:bodyPr anchorCtr="0" anchor="b" bIns="0" lIns="0" spcFirstLastPara="1" rIns="0" wrap="square" tIns="0">
            <a:noAutofit/>
          </a:bodyPr>
          <a:lstStyle>
            <a:lvl1pPr lvl="0">
              <a:lnSpc>
                <a:spcPct val="65000"/>
              </a:lnSpc>
              <a:spcBef>
                <a:spcPts val="0"/>
              </a:spcBef>
              <a:spcAft>
                <a:spcPts val="0"/>
              </a:spcAft>
              <a:buClr>
                <a:schemeClr val="lt1"/>
              </a:buClr>
              <a:buSzPts val="1000"/>
              <a:buFont typeface="Forum"/>
              <a:buNone/>
              <a:defRPr sz="1000"/>
            </a:lvl1pPr>
            <a:lvl2pPr lvl="1">
              <a:spcBef>
                <a:spcPts val="0"/>
              </a:spcBef>
              <a:spcAft>
                <a:spcPts val="0"/>
              </a:spcAft>
              <a:buClr>
                <a:schemeClr val="lt1"/>
              </a:buClr>
              <a:buSzPts val="1000"/>
              <a:buFont typeface="Forum"/>
              <a:buNone/>
              <a:defRPr sz="1000">
                <a:latin typeface="Forum"/>
                <a:ea typeface="Forum"/>
                <a:cs typeface="Forum"/>
                <a:sym typeface="Forum"/>
              </a:defRPr>
            </a:lvl2pPr>
            <a:lvl3pPr lvl="2">
              <a:spcBef>
                <a:spcPts val="0"/>
              </a:spcBef>
              <a:spcAft>
                <a:spcPts val="0"/>
              </a:spcAft>
              <a:buClr>
                <a:schemeClr val="lt1"/>
              </a:buClr>
              <a:buSzPts val="1000"/>
              <a:buFont typeface="Forum"/>
              <a:buNone/>
              <a:defRPr sz="1000">
                <a:latin typeface="Forum"/>
                <a:ea typeface="Forum"/>
                <a:cs typeface="Forum"/>
                <a:sym typeface="Forum"/>
              </a:defRPr>
            </a:lvl3pPr>
            <a:lvl4pPr lvl="3">
              <a:spcBef>
                <a:spcPts val="0"/>
              </a:spcBef>
              <a:spcAft>
                <a:spcPts val="0"/>
              </a:spcAft>
              <a:buClr>
                <a:schemeClr val="lt1"/>
              </a:buClr>
              <a:buSzPts val="1000"/>
              <a:buFont typeface="Forum"/>
              <a:buNone/>
              <a:defRPr sz="1000">
                <a:latin typeface="Forum"/>
                <a:ea typeface="Forum"/>
                <a:cs typeface="Forum"/>
                <a:sym typeface="Forum"/>
              </a:defRPr>
            </a:lvl4pPr>
            <a:lvl5pPr lvl="4">
              <a:spcBef>
                <a:spcPts val="0"/>
              </a:spcBef>
              <a:spcAft>
                <a:spcPts val="0"/>
              </a:spcAft>
              <a:buClr>
                <a:schemeClr val="lt1"/>
              </a:buClr>
              <a:buSzPts val="1000"/>
              <a:buFont typeface="Forum"/>
              <a:buNone/>
              <a:defRPr sz="1000">
                <a:latin typeface="Forum"/>
                <a:ea typeface="Forum"/>
                <a:cs typeface="Forum"/>
                <a:sym typeface="Forum"/>
              </a:defRPr>
            </a:lvl5pPr>
            <a:lvl6pPr lvl="5">
              <a:spcBef>
                <a:spcPts val="0"/>
              </a:spcBef>
              <a:spcAft>
                <a:spcPts val="0"/>
              </a:spcAft>
              <a:buClr>
                <a:schemeClr val="lt1"/>
              </a:buClr>
              <a:buSzPts val="1000"/>
              <a:buFont typeface="Forum"/>
              <a:buNone/>
              <a:defRPr sz="1000">
                <a:latin typeface="Forum"/>
                <a:ea typeface="Forum"/>
                <a:cs typeface="Forum"/>
                <a:sym typeface="Forum"/>
              </a:defRPr>
            </a:lvl6pPr>
            <a:lvl7pPr lvl="6">
              <a:spcBef>
                <a:spcPts val="0"/>
              </a:spcBef>
              <a:spcAft>
                <a:spcPts val="0"/>
              </a:spcAft>
              <a:buClr>
                <a:schemeClr val="lt1"/>
              </a:buClr>
              <a:buSzPts val="1000"/>
              <a:buFont typeface="Forum"/>
              <a:buNone/>
              <a:defRPr sz="1000">
                <a:latin typeface="Forum"/>
                <a:ea typeface="Forum"/>
                <a:cs typeface="Forum"/>
                <a:sym typeface="Forum"/>
              </a:defRPr>
            </a:lvl7pPr>
            <a:lvl8pPr lvl="7">
              <a:spcBef>
                <a:spcPts val="0"/>
              </a:spcBef>
              <a:spcAft>
                <a:spcPts val="0"/>
              </a:spcAft>
              <a:buClr>
                <a:schemeClr val="lt1"/>
              </a:buClr>
              <a:buSzPts val="1000"/>
              <a:buFont typeface="Forum"/>
              <a:buNone/>
              <a:defRPr sz="1000">
                <a:latin typeface="Forum"/>
                <a:ea typeface="Forum"/>
                <a:cs typeface="Forum"/>
                <a:sym typeface="Forum"/>
              </a:defRPr>
            </a:lvl8pPr>
            <a:lvl9pPr lvl="8">
              <a:spcBef>
                <a:spcPts val="0"/>
              </a:spcBef>
              <a:spcAft>
                <a:spcPts val="0"/>
              </a:spcAft>
              <a:buClr>
                <a:schemeClr val="lt1"/>
              </a:buClr>
              <a:buSzPts val="1000"/>
              <a:buFont typeface="Forum"/>
              <a:buNone/>
              <a:defRPr sz="1000">
                <a:latin typeface="Forum"/>
                <a:ea typeface="Forum"/>
                <a:cs typeface="Forum"/>
                <a:sym typeface="Forum"/>
              </a:defRPr>
            </a:lvl9pPr>
          </a:lstStyle>
          <a:p/>
        </p:txBody>
      </p:sp>
      <p:sp>
        <p:nvSpPr>
          <p:cNvPr id="169" name="Google Shape;169;p22"/>
          <p:cNvSpPr txBox="1"/>
          <p:nvPr>
            <p:ph idx="18" type="subTitle"/>
          </p:nvPr>
        </p:nvSpPr>
        <p:spPr>
          <a:xfrm>
            <a:off x="1275750" y="3052380"/>
            <a:ext cx="1053900" cy="117300"/>
          </a:xfrm>
          <a:prstGeom prst="rect">
            <a:avLst/>
          </a:prstGeom>
        </p:spPr>
        <p:txBody>
          <a:bodyPr anchorCtr="0" anchor="b" bIns="0" lIns="0" spcFirstLastPara="1" rIns="0" wrap="square" tIns="0">
            <a:noAutofit/>
          </a:bodyPr>
          <a:lstStyle>
            <a:lvl1pPr lvl="0">
              <a:lnSpc>
                <a:spcPct val="65000"/>
              </a:lnSpc>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70" name="Google Shape;170;p22"/>
          <p:cNvSpPr txBox="1"/>
          <p:nvPr>
            <p:ph idx="19" type="subTitle"/>
          </p:nvPr>
        </p:nvSpPr>
        <p:spPr>
          <a:xfrm>
            <a:off x="1275750" y="3349779"/>
            <a:ext cx="1053900" cy="117300"/>
          </a:xfrm>
          <a:prstGeom prst="rect">
            <a:avLst/>
          </a:prstGeom>
        </p:spPr>
        <p:txBody>
          <a:bodyPr anchorCtr="0" anchor="b" bIns="0" lIns="0" spcFirstLastPara="1" rIns="0" wrap="square" tIns="0">
            <a:noAutofit/>
          </a:bodyPr>
          <a:lstStyle>
            <a:lvl1pPr lvl="0">
              <a:lnSpc>
                <a:spcPct val="65000"/>
              </a:lnSpc>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71" name="Google Shape;171;p22"/>
          <p:cNvSpPr txBox="1"/>
          <p:nvPr>
            <p:ph idx="20" type="subTitle"/>
          </p:nvPr>
        </p:nvSpPr>
        <p:spPr>
          <a:xfrm>
            <a:off x="1275750" y="3647468"/>
            <a:ext cx="1053900" cy="117300"/>
          </a:xfrm>
          <a:prstGeom prst="rect">
            <a:avLst/>
          </a:prstGeom>
        </p:spPr>
        <p:txBody>
          <a:bodyPr anchorCtr="0" anchor="b" bIns="0" lIns="0" spcFirstLastPara="1" rIns="0" wrap="square" tIns="0">
            <a:noAutofit/>
          </a:bodyPr>
          <a:lstStyle>
            <a:lvl1pPr lvl="0">
              <a:lnSpc>
                <a:spcPct val="65000"/>
              </a:lnSpc>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72" name="Google Shape;172;p22"/>
          <p:cNvSpPr txBox="1"/>
          <p:nvPr>
            <p:ph idx="21" type="subTitle"/>
          </p:nvPr>
        </p:nvSpPr>
        <p:spPr>
          <a:xfrm>
            <a:off x="1275750" y="3945167"/>
            <a:ext cx="1053900" cy="117300"/>
          </a:xfrm>
          <a:prstGeom prst="rect">
            <a:avLst/>
          </a:prstGeom>
        </p:spPr>
        <p:txBody>
          <a:bodyPr anchorCtr="0" anchor="b" bIns="0" lIns="0" spcFirstLastPara="1" rIns="0" wrap="square" tIns="0">
            <a:noAutofit/>
          </a:bodyPr>
          <a:lstStyle>
            <a:lvl1pPr lvl="0">
              <a:lnSpc>
                <a:spcPct val="65000"/>
              </a:lnSpc>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73" name="Google Shape;173;p22"/>
          <p:cNvSpPr txBox="1"/>
          <p:nvPr>
            <p:ph idx="22" type="subTitle"/>
          </p:nvPr>
        </p:nvSpPr>
        <p:spPr>
          <a:xfrm>
            <a:off x="1275750" y="4241301"/>
            <a:ext cx="1053900" cy="117300"/>
          </a:xfrm>
          <a:prstGeom prst="rect">
            <a:avLst/>
          </a:prstGeom>
        </p:spPr>
        <p:txBody>
          <a:bodyPr anchorCtr="0" anchor="b" bIns="0" lIns="0" spcFirstLastPara="1" rIns="0" wrap="square" tIns="0">
            <a:noAutofit/>
          </a:bodyPr>
          <a:lstStyle>
            <a:lvl1pPr lvl="0">
              <a:lnSpc>
                <a:spcPct val="65000"/>
              </a:lnSpc>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74" name="Google Shape;174;p22"/>
          <p:cNvSpPr txBox="1"/>
          <p:nvPr>
            <p:ph idx="23" type="subTitle"/>
          </p:nvPr>
        </p:nvSpPr>
        <p:spPr>
          <a:xfrm>
            <a:off x="1275750" y="4540080"/>
            <a:ext cx="1053900" cy="117300"/>
          </a:xfrm>
          <a:prstGeom prst="rect">
            <a:avLst/>
          </a:prstGeom>
        </p:spPr>
        <p:txBody>
          <a:bodyPr anchorCtr="0" anchor="b" bIns="0" lIns="0" spcFirstLastPara="1" rIns="0" wrap="square" tIns="0">
            <a:noAutofit/>
          </a:bodyPr>
          <a:lstStyle>
            <a:lvl1pPr lvl="0">
              <a:lnSpc>
                <a:spcPct val="65000"/>
              </a:lnSpc>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75" name="Google Shape;175;p22"/>
          <p:cNvSpPr txBox="1"/>
          <p:nvPr>
            <p:ph idx="24" type="subTitle"/>
          </p:nvPr>
        </p:nvSpPr>
        <p:spPr>
          <a:xfrm>
            <a:off x="2863000" y="1925972"/>
            <a:ext cx="2684400" cy="972000"/>
          </a:xfrm>
          <a:prstGeom prst="rect">
            <a:avLst/>
          </a:prstGeom>
        </p:spPr>
        <p:txBody>
          <a:bodyPr anchorCtr="0" anchor="t" bIns="0" lIns="0" spcFirstLastPara="1" rIns="0" wrap="square" tIns="0">
            <a:noAutofit/>
          </a:bodyPr>
          <a:lstStyle>
            <a:lvl1pPr lvl="0">
              <a:lnSpc>
                <a:spcPct val="70000"/>
              </a:lnSpc>
              <a:spcBef>
                <a:spcPts val="0"/>
              </a:spcBef>
              <a:spcAft>
                <a:spcPts val="0"/>
              </a:spcAft>
              <a:buClr>
                <a:schemeClr val="lt1"/>
              </a:buClr>
              <a:buSzPts val="1800"/>
              <a:buFont typeface="Forum"/>
              <a:buNone/>
              <a:defRPr/>
            </a:lvl1pPr>
            <a:lvl2pPr lvl="1">
              <a:spcBef>
                <a:spcPts val="0"/>
              </a:spcBef>
              <a:spcAft>
                <a:spcPts val="0"/>
              </a:spcAft>
              <a:buClr>
                <a:schemeClr val="lt1"/>
              </a:buClr>
              <a:buSzPts val="1800"/>
              <a:buFont typeface="Forum"/>
              <a:buNone/>
              <a:defRPr sz="1800">
                <a:latin typeface="Forum"/>
                <a:ea typeface="Forum"/>
                <a:cs typeface="Forum"/>
                <a:sym typeface="Forum"/>
              </a:defRPr>
            </a:lvl2pPr>
            <a:lvl3pPr lvl="2">
              <a:spcBef>
                <a:spcPts val="0"/>
              </a:spcBef>
              <a:spcAft>
                <a:spcPts val="0"/>
              </a:spcAft>
              <a:buClr>
                <a:schemeClr val="lt1"/>
              </a:buClr>
              <a:buSzPts val="1800"/>
              <a:buFont typeface="Forum"/>
              <a:buNone/>
              <a:defRPr sz="1800">
                <a:latin typeface="Forum"/>
                <a:ea typeface="Forum"/>
                <a:cs typeface="Forum"/>
                <a:sym typeface="Forum"/>
              </a:defRPr>
            </a:lvl3pPr>
            <a:lvl4pPr lvl="3">
              <a:spcBef>
                <a:spcPts val="0"/>
              </a:spcBef>
              <a:spcAft>
                <a:spcPts val="0"/>
              </a:spcAft>
              <a:buClr>
                <a:schemeClr val="lt1"/>
              </a:buClr>
              <a:buSzPts val="1800"/>
              <a:buFont typeface="Forum"/>
              <a:buNone/>
              <a:defRPr sz="1800">
                <a:latin typeface="Forum"/>
                <a:ea typeface="Forum"/>
                <a:cs typeface="Forum"/>
                <a:sym typeface="Forum"/>
              </a:defRPr>
            </a:lvl4pPr>
            <a:lvl5pPr lvl="4">
              <a:spcBef>
                <a:spcPts val="0"/>
              </a:spcBef>
              <a:spcAft>
                <a:spcPts val="0"/>
              </a:spcAft>
              <a:buClr>
                <a:schemeClr val="lt1"/>
              </a:buClr>
              <a:buSzPts val="1800"/>
              <a:buFont typeface="Forum"/>
              <a:buNone/>
              <a:defRPr sz="1800">
                <a:latin typeface="Forum"/>
                <a:ea typeface="Forum"/>
                <a:cs typeface="Forum"/>
                <a:sym typeface="Forum"/>
              </a:defRPr>
            </a:lvl5pPr>
            <a:lvl6pPr lvl="5">
              <a:spcBef>
                <a:spcPts val="0"/>
              </a:spcBef>
              <a:spcAft>
                <a:spcPts val="0"/>
              </a:spcAft>
              <a:buClr>
                <a:schemeClr val="lt1"/>
              </a:buClr>
              <a:buSzPts val="1800"/>
              <a:buFont typeface="Forum"/>
              <a:buNone/>
              <a:defRPr sz="1800">
                <a:latin typeface="Forum"/>
                <a:ea typeface="Forum"/>
                <a:cs typeface="Forum"/>
                <a:sym typeface="Forum"/>
              </a:defRPr>
            </a:lvl6pPr>
            <a:lvl7pPr lvl="6">
              <a:spcBef>
                <a:spcPts val="0"/>
              </a:spcBef>
              <a:spcAft>
                <a:spcPts val="0"/>
              </a:spcAft>
              <a:buClr>
                <a:schemeClr val="lt1"/>
              </a:buClr>
              <a:buSzPts val="1800"/>
              <a:buFont typeface="Forum"/>
              <a:buNone/>
              <a:defRPr sz="1800">
                <a:latin typeface="Forum"/>
                <a:ea typeface="Forum"/>
                <a:cs typeface="Forum"/>
                <a:sym typeface="Forum"/>
              </a:defRPr>
            </a:lvl7pPr>
            <a:lvl8pPr lvl="7">
              <a:spcBef>
                <a:spcPts val="0"/>
              </a:spcBef>
              <a:spcAft>
                <a:spcPts val="0"/>
              </a:spcAft>
              <a:buClr>
                <a:schemeClr val="lt1"/>
              </a:buClr>
              <a:buSzPts val="1800"/>
              <a:buFont typeface="Forum"/>
              <a:buNone/>
              <a:defRPr sz="1800">
                <a:latin typeface="Forum"/>
                <a:ea typeface="Forum"/>
                <a:cs typeface="Forum"/>
                <a:sym typeface="Forum"/>
              </a:defRPr>
            </a:lvl8pPr>
            <a:lvl9pPr lvl="8">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176" name="Google Shape;176;p22"/>
          <p:cNvSpPr txBox="1"/>
          <p:nvPr>
            <p:ph idx="25" type="subTitle"/>
          </p:nvPr>
        </p:nvSpPr>
        <p:spPr>
          <a:xfrm>
            <a:off x="2863000" y="3668715"/>
            <a:ext cx="2560500" cy="1243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1pPr>
            <a:lvl2pPr lvl="1">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2pPr>
            <a:lvl3pPr lvl="2">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3pPr>
            <a:lvl4pPr lvl="3">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4pPr>
            <a:lvl5pPr lvl="4">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5pPr>
            <a:lvl6pPr lvl="5">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6pPr>
            <a:lvl7pPr lvl="6">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7pPr>
            <a:lvl8pPr lvl="7">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8pPr>
            <a:lvl9pPr lvl="8">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9pPr>
          </a:lstStyle>
          <a:p/>
        </p:txBody>
      </p:sp>
      <p:sp>
        <p:nvSpPr>
          <p:cNvPr id="177" name="Google Shape;177;p22"/>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
        <p:nvSpPr>
          <p:cNvPr id="178" name="Google Shape;178;p22"/>
          <p:cNvSpPr txBox="1"/>
          <p:nvPr>
            <p:ph idx="26" type="subTitle"/>
          </p:nvPr>
        </p:nvSpPr>
        <p:spPr>
          <a:xfrm>
            <a:off x="6231000" y="1801500"/>
            <a:ext cx="1318200" cy="318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1pPr>
            <a:lvl2pPr lvl="1"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2pPr>
            <a:lvl3pPr lvl="2"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3pPr>
            <a:lvl4pPr lvl="3"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4pPr>
            <a:lvl5pPr lvl="4"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5pPr>
            <a:lvl6pPr lvl="5"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6pPr>
            <a:lvl7pPr lvl="6"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7pPr>
            <a:lvl8pPr lvl="7"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8pPr>
            <a:lvl9pPr lvl="8"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9pPr>
          </a:lstStyle>
          <a:p/>
        </p:txBody>
      </p:sp>
      <p:sp>
        <p:nvSpPr>
          <p:cNvPr id="179" name="Google Shape;179;p22"/>
          <p:cNvSpPr txBox="1"/>
          <p:nvPr>
            <p:ph idx="27" type="subTitle"/>
          </p:nvPr>
        </p:nvSpPr>
        <p:spPr>
          <a:xfrm>
            <a:off x="6231000" y="2190625"/>
            <a:ext cx="1318200" cy="318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1pPr>
            <a:lvl2pPr lvl="1"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2pPr>
            <a:lvl3pPr lvl="2"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3pPr>
            <a:lvl4pPr lvl="3"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4pPr>
            <a:lvl5pPr lvl="4"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5pPr>
            <a:lvl6pPr lvl="5"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6pPr>
            <a:lvl7pPr lvl="6"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7pPr>
            <a:lvl8pPr lvl="7"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8pPr>
            <a:lvl9pPr lvl="8"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9pPr>
          </a:lstStyle>
          <a:p/>
        </p:txBody>
      </p:sp>
      <p:sp>
        <p:nvSpPr>
          <p:cNvPr id="180" name="Google Shape;180;p22"/>
          <p:cNvSpPr txBox="1"/>
          <p:nvPr>
            <p:ph idx="28" type="subTitle"/>
          </p:nvPr>
        </p:nvSpPr>
        <p:spPr>
          <a:xfrm>
            <a:off x="7597200" y="2190625"/>
            <a:ext cx="1318200" cy="318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1pPr>
            <a:lvl2pPr lvl="1"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2pPr>
            <a:lvl3pPr lvl="2"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3pPr>
            <a:lvl4pPr lvl="3"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4pPr>
            <a:lvl5pPr lvl="4"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5pPr>
            <a:lvl6pPr lvl="5"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6pPr>
            <a:lvl7pPr lvl="6"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7pPr>
            <a:lvl8pPr lvl="7"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8pPr>
            <a:lvl9pPr lvl="8"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9pPr>
          </a:lstStyle>
          <a:p/>
        </p:txBody>
      </p:sp>
      <p:sp>
        <p:nvSpPr>
          <p:cNvPr id="181" name="Google Shape;181;p22"/>
          <p:cNvSpPr txBox="1"/>
          <p:nvPr>
            <p:ph idx="29" type="subTitle"/>
          </p:nvPr>
        </p:nvSpPr>
        <p:spPr>
          <a:xfrm>
            <a:off x="7597200" y="1801500"/>
            <a:ext cx="1318200" cy="318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1pPr>
            <a:lvl2pPr lvl="1"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2pPr>
            <a:lvl3pPr lvl="2"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3pPr>
            <a:lvl4pPr lvl="3"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4pPr>
            <a:lvl5pPr lvl="4"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5pPr>
            <a:lvl6pPr lvl="5"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6pPr>
            <a:lvl7pPr lvl="6"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7pPr>
            <a:lvl8pPr lvl="7"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8pPr>
            <a:lvl9pPr lvl="8"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Alt 2">
  <p:cSld name="CUSTOM_4_1">
    <p:spTree>
      <p:nvGrpSpPr>
        <p:cNvPr id="182" name="Shape 182"/>
        <p:cNvGrpSpPr/>
        <p:nvPr/>
      </p:nvGrpSpPr>
      <p:grpSpPr>
        <a:xfrm>
          <a:off x="0" y="0"/>
          <a:ext cx="0" cy="0"/>
          <a:chOff x="0" y="0"/>
          <a:chExt cx="0" cy="0"/>
        </a:xfrm>
      </p:grpSpPr>
      <p:sp>
        <p:nvSpPr>
          <p:cNvPr id="183" name="Google Shape;183;p23"/>
          <p:cNvSpPr txBox="1"/>
          <p:nvPr>
            <p:ph idx="1" type="body"/>
          </p:nvPr>
        </p:nvSpPr>
        <p:spPr>
          <a:xfrm>
            <a:off x="2857500" y="1803950"/>
            <a:ext cx="3132000" cy="6303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accen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184" name="Google Shape;184;p23"/>
          <p:cNvSpPr txBox="1"/>
          <p:nvPr>
            <p:ph idx="2" type="body"/>
          </p:nvPr>
        </p:nvSpPr>
        <p:spPr>
          <a:xfrm>
            <a:off x="232075" y="1803950"/>
            <a:ext cx="2094900" cy="6303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accent1"/>
              </a:buClr>
              <a:buSzPts val="1000"/>
              <a:buFont typeface="DM Sans"/>
              <a:buChar char="●"/>
              <a:defRPr/>
            </a:lvl1pPr>
            <a:lvl2pPr indent="-292100" lvl="1" marL="914400">
              <a:lnSpc>
                <a:spcPct val="115000"/>
              </a:lnSpc>
              <a:spcBef>
                <a:spcPts val="0"/>
              </a:spcBef>
              <a:spcAft>
                <a:spcPts val="0"/>
              </a:spcAft>
              <a:buClr>
                <a:schemeClr val="lt1"/>
              </a:buClr>
              <a:buSzPts val="1000"/>
              <a:buFont typeface="DM Sans"/>
              <a:buChar char="○"/>
              <a:defRPr/>
            </a:lvl2pPr>
            <a:lvl3pPr indent="-292100" lvl="2" marL="1371600">
              <a:lnSpc>
                <a:spcPct val="115000"/>
              </a:lnSpc>
              <a:spcBef>
                <a:spcPts val="0"/>
              </a:spcBef>
              <a:spcAft>
                <a:spcPts val="0"/>
              </a:spcAft>
              <a:buClr>
                <a:schemeClr val="lt1"/>
              </a:buClr>
              <a:buSzPts val="1000"/>
              <a:buFont typeface="DM Sans"/>
              <a:buChar char="■"/>
              <a:defRPr/>
            </a:lvl3pPr>
            <a:lvl4pPr indent="-292100" lvl="3" marL="1828800">
              <a:lnSpc>
                <a:spcPct val="115000"/>
              </a:lnSpc>
              <a:spcBef>
                <a:spcPts val="0"/>
              </a:spcBef>
              <a:spcAft>
                <a:spcPts val="0"/>
              </a:spcAft>
              <a:buClr>
                <a:schemeClr val="lt1"/>
              </a:buClr>
              <a:buSzPts val="1000"/>
              <a:buFont typeface="DM Sans"/>
              <a:buChar char="●"/>
              <a:defRPr/>
            </a:lvl4pPr>
            <a:lvl5pPr indent="-292100" lvl="4" marL="2286000">
              <a:lnSpc>
                <a:spcPct val="115000"/>
              </a:lnSpc>
              <a:spcBef>
                <a:spcPts val="0"/>
              </a:spcBef>
              <a:spcAft>
                <a:spcPts val="0"/>
              </a:spcAft>
              <a:buClr>
                <a:schemeClr val="lt1"/>
              </a:buClr>
              <a:buSzPts val="1000"/>
              <a:buFont typeface="DM Sans"/>
              <a:buChar char="○"/>
              <a:defRPr/>
            </a:lvl5pPr>
            <a:lvl6pPr indent="-292100" lvl="5" marL="2743200">
              <a:lnSpc>
                <a:spcPct val="115000"/>
              </a:lnSpc>
              <a:spcBef>
                <a:spcPts val="0"/>
              </a:spcBef>
              <a:spcAft>
                <a:spcPts val="0"/>
              </a:spcAft>
              <a:buClr>
                <a:schemeClr val="lt1"/>
              </a:buClr>
              <a:buSzPts val="1000"/>
              <a:buFont typeface="DM Sans"/>
              <a:buChar char="■"/>
              <a:defRPr/>
            </a:lvl6pPr>
            <a:lvl7pPr indent="-292100" lvl="6" marL="3200400">
              <a:lnSpc>
                <a:spcPct val="115000"/>
              </a:lnSpc>
              <a:spcBef>
                <a:spcPts val="0"/>
              </a:spcBef>
              <a:spcAft>
                <a:spcPts val="0"/>
              </a:spcAft>
              <a:buClr>
                <a:schemeClr val="lt1"/>
              </a:buClr>
              <a:buSzPts val="1000"/>
              <a:buFont typeface="DM Sans"/>
              <a:buChar char="●"/>
              <a:defRPr/>
            </a:lvl7pPr>
            <a:lvl8pPr indent="-292100" lvl="7" marL="3657600">
              <a:lnSpc>
                <a:spcPct val="115000"/>
              </a:lnSpc>
              <a:spcBef>
                <a:spcPts val="0"/>
              </a:spcBef>
              <a:spcAft>
                <a:spcPts val="0"/>
              </a:spcAft>
              <a:buClr>
                <a:schemeClr val="lt1"/>
              </a:buClr>
              <a:buSzPts val="1000"/>
              <a:buFont typeface="DM Sans"/>
              <a:buChar char="○"/>
              <a:defRPr/>
            </a:lvl8pPr>
            <a:lvl9pPr indent="-292100" lvl="8" marL="4114800">
              <a:lnSpc>
                <a:spcPct val="115000"/>
              </a:lnSpc>
              <a:spcBef>
                <a:spcPts val="0"/>
              </a:spcBef>
              <a:spcAft>
                <a:spcPts val="0"/>
              </a:spcAft>
              <a:buClr>
                <a:schemeClr val="lt1"/>
              </a:buClr>
              <a:buSzPts val="1000"/>
              <a:buFont typeface="DM Sans"/>
              <a:buChar char="■"/>
              <a:defRPr/>
            </a:lvl9pPr>
          </a:lstStyle>
          <a:p/>
        </p:txBody>
      </p:sp>
      <p:sp>
        <p:nvSpPr>
          <p:cNvPr id="185" name="Google Shape;185;p23"/>
          <p:cNvSpPr txBox="1"/>
          <p:nvPr>
            <p:ph idx="3"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186" name="Google Shape;186;p23"/>
          <p:cNvSpPr txBox="1"/>
          <p:nvPr>
            <p:ph idx="4" type="subTitle"/>
          </p:nvPr>
        </p:nvSpPr>
        <p:spPr>
          <a:xfrm>
            <a:off x="232075" y="1461175"/>
            <a:ext cx="2191500" cy="246300"/>
          </a:xfrm>
          <a:prstGeom prst="rect">
            <a:avLst/>
          </a:prstGeom>
        </p:spPr>
        <p:txBody>
          <a:bodyPr anchorCtr="0" anchor="b" bIns="0" lIns="0" spcFirstLastPara="1" rIns="91425" wrap="square" tIns="0">
            <a:noAutofit/>
          </a:bodyPr>
          <a:lstStyle>
            <a:lvl1pPr lvl="0">
              <a:spcBef>
                <a:spcPts val="0"/>
              </a:spcBef>
              <a:spcAft>
                <a:spcPts val="0"/>
              </a:spcAft>
              <a:buClr>
                <a:schemeClr val="accent1"/>
              </a:buClr>
              <a:buSzPts val="1600"/>
              <a:buFont typeface="Forum"/>
              <a:buNone/>
              <a:defRPr sz="1600">
                <a:solidFill>
                  <a:schemeClr val="accent1"/>
                </a:solidFill>
              </a:defRPr>
            </a:lvl1pPr>
            <a:lvl2pPr lvl="1">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2pPr>
            <a:lvl3pPr lvl="2">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3pPr>
            <a:lvl4pPr lvl="3">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4pPr>
            <a:lvl5pPr lvl="4">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5pPr>
            <a:lvl6pPr lvl="5">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6pPr>
            <a:lvl7pPr lvl="6">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7pPr>
            <a:lvl8pPr lvl="7">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8pPr>
            <a:lvl9pPr lvl="8">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9pPr>
          </a:lstStyle>
          <a:p/>
        </p:txBody>
      </p:sp>
      <p:sp>
        <p:nvSpPr>
          <p:cNvPr id="187" name="Google Shape;187;p23"/>
          <p:cNvSpPr txBox="1"/>
          <p:nvPr>
            <p:ph type="title"/>
          </p:nvPr>
        </p:nvSpPr>
        <p:spPr>
          <a:xfrm>
            <a:off x="228600" y="399332"/>
            <a:ext cx="2834700" cy="612000"/>
          </a:xfrm>
          <a:prstGeom prst="rect">
            <a:avLst/>
          </a:prstGeom>
        </p:spPr>
        <p:txBody>
          <a:bodyPr anchorCtr="0" anchor="t" bIns="0" lIns="0" spcFirstLastPara="1" rIns="91425" wrap="square" tIns="91425">
            <a:noAutofit/>
          </a:bodyPr>
          <a:lstStyle>
            <a:lvl1pPr lvl="0">
              <a:lnSpc>
                <a:spcPct val="60000"/>
              </a:lnSpc>
              <a:spcBef>
                <a:spcPts val="0"/>
              </a:spcBef>
              <a:spcAft>
                <a:spcPts val="0"/>
              </a:spcAft>
              <a:buClr>
                <a:schemeClr val="lt1"/>
              </a:buClr>
              <a:buSzPts val="2800"/>
              <a:buFont typeface="Forum"/>
              <a:buNone/>
              <a:defRPr sz="2800"/>
            </a:lvl1pPr>
            <a:lvl2pPr lvl="1">
              <a:lnSpc>
                <a:spcPct val="60000"/>
              </a:lnSpc>
              <a:spcBef>
                <a:spcPts val="0"/>
              </a:spcBef>
              <a:spcAft>
                <a:spcPts val="0"/>
              </a:spcAft>
              <a:buClr>
                <a:schemeClr val="lt1"/>
              </a:buClr>
              <a:buSzPts val="1400"/>
              <a:buFont typeface="Forum"/>
              <a:buNone/>
              <a:defRPr>
                <a:latin typeface="Forum"/>
                <a:ea typeface="Forum"/>
                <a:cs typeface="Forum"/>
                <a:sym typeface="Forum"/>
              </a:defRPr>
            </a:lvl2pPr>
            <a:lvl3pPr lvl="2">
              <a:lnSpc>
                <a:spcPct val="60000"/>
              </a:lnSpc>
              <a:spcBef>
                <a:spcPts val="0"/>
              </a:spcBef>
              <a:spcAft>
                <a:spcPts val="0"/>
              </a:spcAft>
              <a:buClr>
                <a:schemeClr val="lt1"/>
              </a:buClr>
              <a:buSzPts val="1400"/>
              <a:buFont typeface="Forum"/>
              <a:buNone/>
              <a:defRPr>
                <a:latin typeface="Forum"/>
                <a:ea typeface="Forum"/>
                <a:cs typeface="Forum"/>
                <a:sym typeface="Forum"/>
              </a:defRPr>
            </a:lvl3pPr>
            <a:lvl4pPr lvl="3">
              <a:lnSpc>
                <a:spcPct val="60000"/>
              </a:lnSpc>
              <a:spcBef>
                <a:spcPts val="0"/>
              </a:spcBef>
              <a:spcAft>
                <a:spcPts val="0"/>
              </a:spcAft>
              <a:buClr>
                <a:schemeClr val="lt1"/>
              </a:buClr>
              <a:buSzPts val="1400"/>
              <a:buFont typeface="Forum"/>
              <a:buNone/>
              <a:defRPr>
                <a:latin typeface="Forum"/>
                <a:ea typeface="Forum"/>
                <a:cs typeface="Forum"/>
                <a:sym typeface="Forum"/>
              </a:defRPr>
            </a:lvl4pPr>
            <a:lvl5pPr lvl="4">
              <a:lnSpc>
                <a:spcPct val="60000"/>
              </a:lnSpc>
              <a:spcBef>
                <a:spcPts val="0"/>
              </a:spcBef>
              <a:spcAft>
                <a:spcPts val="0"/>
              </a:spcAft>
              <a:buClr>
                <a:schemeClr val="lt1"/>
              </a:buClr>
              <a:buSzPts val="1400"/>
              <a:buFont typeface="Forum"/>
              <a:buNone/>
              <a:defRPr>
                <a:latin typeface="Forum"/>
                <a:ea typeface="Forum"/>
                <a:cs typeface="Forum"/>
                <a:sym typeface="Forum"/>
              </a:defRPr>
            </a:lvl5pPr>
            <a:lvl6pPr lvl="5">
              <a:lnSpc>
                <a:spcPct val="60000"/>
              </a:lnSpc>
              <a:spcBef>
                <a:spcPts val="0"/>
              </a:spcBef>
              <a:spcAft>
                <a:spcPts val="0"/>
              </a:spcAft>
              <a:buClr>
                <a:schemeClr val="lt1"/>
              </a:buClr>
              <a:buSzPts val="1400"/>
              <a:buFont typeface="Forum"/>
              <a:buNone/>
              <a:defRPr>
                <a:latin typeface="Forum"/>
                <a:ea typeface="Forum"/>
                <a:cs typeface="Forum"/>
                <a:sym typeface="Forum"/>
              </a:defRPr>
            </a:lvl6pPr>
            <a:lvl7pPr lvl="6">
              <a:lnSpc>
                <a:spcPct val="60000"/>
              </a:lnSpc>
              <a:spcBef>
                <a:spcPts val="0"/>
              </a:spcBef>
              <a:spcAft>
                <a:spcPts val="0"/>
              </a:spcAft>
              <a:buClr>
                <a:schemeClr val="lt1"/>
              </a:buClr>
              <a:buSzPts val="1400"/>
              <a:buFont typeface="Forum"/>
              <a:buNone/>
              <a:defRPr>
                <a:latin typeface="Forum"/>
                <a:ea typeface="Forum"/>
                <a:cs typeface="Forum"/>
                <a:sym typeface="Forum"/>
              </a:defRPr>
            </a:lvl7pPr>
            <a:lvl8pPr lvl="7">
              <a:lnSpc>
                <a:spcPct val="60000"/>
              </a:lnSpc>
              <a:spcBef>
                <a:spcPts val="0"/>
              </a:spcBef>
              <a:spcAft>
                <a:spcPts val="0"/>
              </a:spcAft>
              <a:buClr>
                <a:schemeClr val="lt1"/>
              </a:buClr>
              <a:buSzPts val="1400"/>
              <a:buFont typeface="Forum"/>
              <a:buNone/>
              <a:defRPr>
                <a:latin typeface="Forum"/>
                <a:ea typeface="Forum"/>
                <a:cs typeface="Forum"/>
                <a:sym typeface="Forum"/>
              </a:defRPr>
            </a:lvl8pPr>
            <a:lvl9pPr lvl="8">
              <a:lnSpc>
                <a:spcPct val="60000"/>
              </a:lnSpc>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188" name="Google Shape;188;p23"/>
          <p:cNvSpPr txBox="1"/>
          <p:nvPr>
            <p:ph idx="5" type="subTitle"/>
          </p:nvPr>
        </p:nvSpPr>
        <p:spPr>
          <a:xfrm>
            <a:off x="235800" y="4357700"/>
            <a:ext cx="1008300" cy="318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1pPr>
            <a:lvl2pPr lvl="1"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2pPr>
            <a:lvl3pPr lvl="2"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3pPr>
            <a:lvl4pPr lvl="3"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4pPr>
            <a:lvl5pPr lvl="4"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5pPr>
            <a:lvl6pPr lvl="5"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6pPr>
            <a:lvl7pPr lvl="6"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7pPr>
            <a:lvl8pPr lvl="7"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8pPr>
            <a:lvl9pPr lvl="8"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9pPr>
          </a:lstStyle>
          <a:p/>
        </p:txBody>
      </p:sp>
      <p:sp>
        <p:nvSpPr>
          <p:cNvPr id="189" name="Google Shape;189;p23"/>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
        <p:nvSpPr>
          <p:cNvPr id="190" name="Google Shape;190;p23"/>
          <p:cNvSpPr txBox="1"/>
          <p:nvPr>
            <p:ph idx="6" type="subTitle"/>
          </p:nvPr>
        </p:nvSpPr>
        <p:spPr>
          <a:xfrm>
            <a:off x="232075" y="2526010"/>
            <a:ext cx="2191500" cy="246300"/>
          </a:xfrm>
          <a:prstGeom prst="rect">
            <a:avLst/>
          </a:prstGeom>
        </p:spPr>
        <p:txBody>
          <a:bodyPr anchorCtr="0" anchor="b" bIns="0" lIns="0" spcFirstLastPara="1" rIns="91425" wrap="square" tIns="0">
            <a:noAutofit/>
          </a:bodyPr>
          <a:lstStyle>
            <a:lvl1pPr lvl="0">
              <a:spcBef>
                <a:spcPts val="0"/>
              </a:spcBef>
              <a:spcAft>
                <a:spcPts val="0"/>
              </a:spcAft>
              <a:buClr>
                <a:schemeClr val="accent1"/>
              </a:buClr>
              <a:buSzPts val="1600"/>
              <a:buFont typeface="Forum"/>
              <a:buNone/>
              <a:defRPr sz="1600">
                <a:solidFill>
                  <a:schemeClr val="accent1"/>
                </a:solidFill>
              </a:defRPr>
            </a:lvl1pPr>
            <a:lvl2pPr lvl="1">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2pPr>
            <a:lvl3pPr lvl="2">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3pPr>
            <a:lvl4pPr lvl="3">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4pPr>
            <a:lvl5pPr lvl="4">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5pPr>
            <a:lvl6pPr lvl="5">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6pPr>
            <a:lvl7pPr lvl="6">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7pPr>
            <a:lvl8pPr lvl="7">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8pPr>
            <a:lvl9pPr lvl="8">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9pPr>
          </a:lstStyle>
          <a:p/>
        </p:txBody>
      </p:sp>
      <p:sp>
        <p:nvSpPr>
          <p:cNvPr id="191" name="Google Shape;191;p23"/>
          <p:cNvSpPr txBox="1"/>
          <p:nvPr>
            <p:ph idx="7" type="subTitle"/>
          </p:nvPr>
        </p:nvSpPr>
        <p:spPr>
          <a:xfrm>
            <a:off x="232075" y="3993715"/>
            <a:ext cx="2191500" cy="246300"/>
          </a:xfrm>
          <a:prstGeom prst="rect">
            <a:avLst/>
          </a:prstGeom>
        </p:spPr>
        <p:txBody>
          <a:bodyPr anchorCtr="0" anchor="b" bIns="0" lIns="0" spcFirstLastPara="1" rIns="91425" wrap="square" tIns="0">
            <a:noAutofit/>
          </a:bodyPr>
          <a:lstStyle>
            <a:lvl1pPr lvl="0">
              <a:spcBef>
                <a:spcPts val="0"/>
              </a:spcBef>
              <a:spcAft>
                <a:spcPts val="0"/>
              </a:spcAft>
              <a:buClr>
                <a:schemeClr val="accent1"/>
              </a:buClr>
              <a:buSzPts val="1600"/>
              <a:buFont typeface="Forum"/>
              <a:buNone/>
              <a:defRPr sz="1600">
                <a:solidFill>
                  <a:schemeClr val="accent1"/>
                </a:solidFill>
              </a:defRPr>
            </a:lvl1pPr>
            <a:lvl2pPr lvl="1">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2pPr>
            <a:lvl3pPr lvl="2">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3pPr>
            <a:lvl4pPr lvl="3">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4pPr>
            <a:lvl5pPr lvl="4">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5pPr>
            <a:lvl6pPr lvl="5">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6pPr>
            <a:lvl7pPr lvl="6">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7pPr>
            <a:lvl8pPr lvl="7">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8pPr>
            <a:lvl9pPr lvl="8">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9pPr>
          </a:lstStyle>
          <a:p/>
        </p:txBody>
      </p:sp>
      <p:sp>
        <p:nvSpPr>
          <p:cNvPr id="192" name="Google Shape;192;p23"/>
          <p:cNvSpPr txBox="1"/>
          <p:nvPr>
            <p:ph idx="8" type="subTitle"/>
          </p:nvPr>
        </p:nvSpPr>
        <p:spPr>
          <a:xfrm>
            <a:off x="1324825" y="4357700"/>
            <a:ext cx="1008300" cy="318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1pPr>
            <a:lvl2pPr lvl="1"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2pPr>
            <a:lvl3pPr lvl="2"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3pPr>
            <a:lvl4pPr lvl="3"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4pPr>
            <a:lvl5pPr lvl="4"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5pPr>
            <a:lvl6pPr lvl="5"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6pPr>
            <a:lvl7pPr lvl="6"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7pPr>
            <a:lvl8pPr lvl="7"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8pPr>
            <a:lvl9pPr lvl="8" algn="ctr">
              <a:spcBef>
                <a:spcPts val="0"/>
              </a:spcBef>
              <a:spcAft>
                <a:spcPts val="0"/>
              </a:spcAft>
              <a:buClr>
                <a:schemeClr val="lt1"/>
              </a:buClr>
              <a:buSzPts val="1000"/>
              <a:buFont typeface="DM Sans Light"/>
              <a:buNone/>
              <a:defRPr sz="1000">
                <a:latin typeface="DM Sans Light"/>
                <a:ea typeface="DM Sans Light"/>
                <a:cs typeface="DM Sans Light"/>
                <a:sym typeface="DM Sans Light"/>
              </a:defRPr>
            </a:lvl9pPr>
          </a:lstStyle>
          <a:p/>
        </p:txBody>
      </p:sp>
      <p:sp>
        <p:nvSpPr>
          <p:cNvPr id="193" name="Google Shape;193;p23"/>
          <p:cNvSpPr txBox="1"/>
          <p:nvPr>
            <p:ph idx="9" type="subTitle"/>
          </p:nvPr>
        </p:nvSpPr>
        <p:spPr>
          <a:xfrm>
            <a:off x="230577" y="2877300"/>
            <a:ext cx="996000" cy="126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94" name="Google Shape;194;p23"/>
          <p:cNvSpPr txBox="1"/>
          <p:nvPr>
            <p:ph idx="13" type="subTitle"/>
          </p:nvPr>
        </p:nvSpPr>
        <p:spPr>
          <a:xfrm>
            <a:off x="230577" y="3195950"/>
            <a:ext cx="996000" cy="126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95" name="Google Shape;195;p23"/>
          <p:cNvSpPr txBox="1"/>
          <p:nvPr>
            <p:ph idx="14" type="subTitle"/>
          </p:nvPr>
        </p:nvSpPr>
        <p:spPr>
          <a:xfrm>
            <a:off x="230577" y="3514375"/>
            <a:ext cx="996000" cy="126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96" name="Google Shape;196;p23"/>
          <p:cNvSpPr txBox="1"/>
          <p:nvPr>
            <p:ph idx="15" type="subTitle"/>
          </p:nvPr>
        </p:nvSpPr>
        <p:spPr>
          <a:xfrm>
            <a:off x="1330977" y="2877300"/>
            <a:ext cx="996000" cy="126900"/>
          </a:xfrm>
          <a:prstGeom prst="rect">
            <a:avLst/>
          </a:prstGeom>
        </p:spPr>
        <p:txBody>
          <a:bodyPr anchorCtr="0" anchor="b" bIns="0" lIns="0" spcFirstLastPara="1" rIns="0" wrap="square" tIns="0">
            <a:noAutofit/>
          </a:bodyPr>
          <a:lstStyle>
            <a:lvl1pPr lvl="0"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97" name="Google Shape;197;p23"/>
          <p:cNvSpPr txBox="1"/>
          <p:nvPr>
            <p:ph idx="16" type="subTitle"/>
          </p:nvPr>
        </p:nvSpPr>
        <p:spPr>
          <a:xfrm>
            <a:off x="1330977" y="3195950"/>
            <a:ext cx="996000" cy="126900"/>
          </a:xfrm>
          <a:prstGeom prst="rect">
            <a:avLst/>
          </a:prstGeom>
        </p:spPr>
        <p:txBody>
          <a:bodyPr anchorCtr="0" anchor="b" bIns="0" lIns="0" spcFirstLastPara="1" rIns="0" wrap="square" tIns="0">
            <a:noAutofit/>
          </a:bodyPr>
          <a:lstStyle>
            <a:lvl1pPr lvl="0"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98" name="Google Shape;198;p23"/>
          <p:cNvSpPr txBox="1"/>
          <p:nvPr>
            <p:ph idx="17" type="subTitle"/>
          </p:nvPr>
        </p:nvSpPr>
        <p:spPr>
          <a:xfrm>
            <a:off x="1330977" y="3514375"/>
            <a:ext cx="996000" cy="126900"/>
          </a:xfrm>
          <a:prstGeom prst="rect">
            <a:avLst/>
          </a:prstGeom>
        </p:spPr>
        <p:txBody>
          <a:bodyPr anchorCtr="0" anchor="b" bIns="0" lIns="0" spcFirstLastPara="1" rIns="0" wrap="square" tIns="0">
            <a:noAutofit/>
          </a:bodyPr>
          <a:lstStyle>
            <a:lvl1pPr lvl="0"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lgn="r">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199" name="Google Shape;199;p23"/>
          <p:cNvSpPr txBox="1"/>
          <p:nvPr>
            <p:ph idx="18" type="subTitle"/>
          </p:nvPr>
        </p:nvSpPr>
        <p:spPr>
          <a:xfrm>
            <a:off x="2857500" y="1461175"/>
            <a:ext cx="2191500" cy="246300"/>
          </a:xfrm>
          <a:prstGeom prst="rect">
            <a:avLst/>
          </a:prstGeom>
        </p:spPr>
        <p:txBody>
          <a:bodyPr anchorCtr="0" anchor="b" bIns="0" lIns="0" spcFirstLastPara="1" rIns="91425" wrap="square" tIns="0">
            <a:noAutofit/>
          </a:bodyPr>
          <a:lstStyle>
            <a:lvl1pPr lvl="0">
              <a:spcBef>
                <a:spcPts val="0"/>
              </a:spcBef>
              <a:spcAft>
                <a:spcPts val="0"/>
              </a:spcAft>
              <a:buClr>
                <a:schemeClr val="accent1"/>
              </a:buClr>
              <a:buSzPts val="1600"/>
              <a:buFont typeface="Forum"/>
              <a:buNone/>
              <a:defRPr sz="1600">
                <a:solidFill>
                  <a:schemeClr val="accent1"/>
                </a:solidFill>
              </a:defRPr>
            </a:lvl1pPr>
            <a:lvl2pPr lvl="1">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2pPr>
            <a:lvl3pPr lvl="2">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3pPr>
            <a:lvl4pPr lvl="3">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4pPr>
            <a:lvl5pPr lvl="4">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5pPr>
            <a:lvl6pPr lvl="5">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6pPr>
            <a:lvl7pPr lvl="6">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7pPr>
            <a:lvl8pPr lvl="7">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8pPr>
            <a:lvl9pPr lvl="8">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9pPr>
          </a:lstStyle>
          <a:p/>
        </p:txBody>
      </p:sp>
      <p:sp>
        <p:nvSpPr>
          <p:cNvPr id="200" name="Google Shape;200;p23"/>
          <p:cNvSpPr txBox="1"/>
          <p:nvPr>
            <p:ph idx="19" type="subTitle"/>
          </p:nvPr>
        </p:nvSpPr>
        <p:spPr>
          <a:xfrm>
            <a:off x="2857500" y="2526271"/>
            <a:ext cx="2191500" cy="246300"/>
          </a:xfrm>
          <a:prstGeom prst="rect">
            <a:avLst/>
          </a:prstGeom>
        </p:spPr>
        <p:txBody>
          <a:bodyPr anchorCtr="0" anchor="b" bIns="0" lIns="0" spcFirstLastPara="1" rIns="91425" wrap="square" tIns="0">
            <a:noAutofit/>
          </a:bodyPr>
          <a:lstStyle>
            <a:lvl1pPr lvl="0">
              <a:spcBef>
                <a:spcPts val="0"/>
              </a:spcBef>
              <a:spcAft>
                <a:spcPts val="0"/>
              </a:spcAft>
              <a:buClr>
                <a:schemeClr val="accent1"/>
              </a:buClr>
              <a:buSzPts val="1600"/>
              <a:buFont typeface="Forum"/>
              <a:buNone/>
              <a:defRPr sz="1600">
                <a:solidFill>
                  <a:schemeClr val="accent1"/>
                </a:solidFill>
              </a:defRPr>
            </a:lvl1pPr>
            <a:lvl2pPr lvl="1">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2pPr>
            <a:lvl3pPr lvl="2">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3pPr>
            <a:lvl4pPr lvl="3">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4pPr>
            <a:lvl5pPr lvl="4">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5pPr>
            <a:lvl6pPr lvl="5">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6pPr>
            <a:lvl7pPr lvl="6">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7pPr>
            <a:lvl8pPr lvl="7">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8pPr>
            <a:lvl9pPr lvl="8">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9pPr>
          </a:lstStyle>
          <a:p/>
        </p:txBody>
      </p:sp>
      <p:sp>
        <p:nvSpPr>
          <p:cNvPr id="201" name="Google Shape;201;p23"/>
          <p:cNvSpPr txBox="1"/>
          <p:nvPr>
            <p:ph idx="20" type="subTitle"/>
          </p:nvPr>
        </p:nvSpPr>
        <p:spPr>
          <a:xfrm>
            <a:off x="2857500" y="3992371"/>
            <a:ext cx="2191500" cy="246300"/>
          </a:xfrm>
          <a:prstGeom prst="rect">
            <a:avLst/>
          </a:prstGeom>
        </p:spPr>
        <p:txBody>
          <a:bodyPr anchorCtr="0" anchor="b" bIns="0" lIns="0" spcFirstLastPara="1" rIns="91425" wrap="square" tIns="0">
            <a:noAutofit/>
          </a:bodyPr>
          <a:lstStyle>
            <a:lvl1pPr lvl="0">
              <a:spcBef>
                <a:spcPts val="0"/>
              </a:spcBef>
              <a:spcAft>
                <a:spcPts val="0"/>
              </a:spcAft>
              <a:buClr>
                <a:schemeClr val="accent1"/>
              </a:buClr>
              <a:buSzPts val="1600"/>
              <a:buFont typeface="Forum"/>
              <a:buNone/>
              <a:defRPr sz="1600">
                <a:solidFill>
                  <a:schemeClr val="accent1"/>
                </a:solidFill>
              </a:defRPr>
            </a:lvl1pPr>
            <a:lvl2pPr lvl="1">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2pPr>
            <a:lvl3pPr lvl="2">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3pPr>
            <a:lvl4pPr lvl="3">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4pPr>
            <a:lvl5pPr lvl="4">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5pPr>
            <a:lvl6pPr lvl="5">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6pPr>
            <a:lvl7pPr lvl="6">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7pPr>
            <a:lvl8pPr lvl="7">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8pPr>
            <a:lvl9pPr lvl="8">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9pPr>
          </a:lstStyle>
          <a:p/>
        </p:txBody>
      </p:sp>
      <p:sp>
        <p:nvSpPr>
          <p:cNvPr id="202" name="Google Shape;202;p23"/>
          <p:cNvSpPr txBox="1"/>
          <p:nvPr>
            <p:ph idx="21" type="subTitle"/>
          </p:nvPr>
        </p:nvSpPr>
        <p:spPr>
          <a:xfrm>
            <a:off x="2857502" y="2877300"/>
            <a:ext cx="996000" cy="126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203" name="Google Shape;203;p23"/>
          <p:cNvSpPr txBox="1"/>
          <p:nvPr>
            <p:ph idx="22" type="subTitle"/>
          </p:nvPr>
        </p:nvSpPr>
        <p:spPr>
          <a:xfrm>
            <a:off x="2857502" y="3195950"/>
            <a:ext cx="996000" cy="126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204" name="Google Shape;204;p23"/>
          <p:cNvSpPr txBox="1"/>
          <p:nvPr>
            <p:ph idx="23" type="subTitle"/>
          </p:nvPr>
        </p:nvSpPr>
        <p:spPr>
          <a:xfrm>
            <a:off x="2857502" y="3514375"/>
            <a:ext cx="996000" cy="126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205" name="Google Shape;205;p23"/>
          <p:cNvSpPr txBox="1"/>
          <p:nvPr>
            <p:ph idx="24" type="subTitle"/>
          </p:nvPr>
        </p:nvSpPr>
        <p:spPr>
          <a:xfrm>
            <a:off x="6231050" y="1461175"/>
            <a:ext cx="2684400" cy="246300"/>
          </a:xfrm>
          <a:prstGeom prst="rect">
            <a:avLst/>
          </a:prstGeom>
        </p:spPr>
        <p:txBody>
          <a:bodyPr anchorCtr="0" anchor="b" bIns="0" lIns="0" spcFirstLastPara="1" rIns="91425" wrap="square" tIns="0">
            <a:noAutofit/>
          </a:bodyPr>
          <a:lstStyle>
            <a:lvl1pPr lvl="0">
              <a:spcBef>
                <a:spcPts val="0"/>
              </a:spcBef>
              <a:spcAft>
                <a:spcPts val="0"/>
              </a:spcAft>
              <a:buClr>
                <a:schemeClr val="accent1"/>
              </a:buClr>
              <a:buSzPts val="1600"/>
              <a:buFont typeface="Forum"/>
              <a:buNone/>
              <a:defRPr sz="1600">
                <a:solidFill>
                  <a:schemeClr val="accent1"/>
                </a:solidFill>
              </a:defRPr>
            </a:lvl1pPr>
            <a:lvl2pPr lvl="1">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2pPr>
            <a:lvl3pPr lvl="2">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3pPr>
            <a:lvl4pPr lvl="3">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4pPr>
            <a:lvl5pPr lvl="4">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5pPr>
            <a:lvl6pPr lvl="5">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6pPr>
            <a:lvl7pPr lvl="6">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7pPr>
            <a:lvl8pPr lvl="7">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8pPr>
            <a:lvl9pPr lvl="8">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9pPr>
          </a:lstStyle>
          <a:p/>
        </p:txBody>
      </p:sp>
      <p:sp>
        <p:nvSpPr>
          <p:cNvPr id="206" name="Google Shape;206;p23"/>
          <p:cNvSpPr txBox="1"/>
          <p:nvPr>
            <p:ph idx="25" type="subTitle"/>
          </p:nvPr>
        </p:nvSpPr>
        <p:spPr>
          <a:xfrm>
            <a:off x="6231050" y="3257297"/>
            <a:ext cx="2684400" cy="246300"/>
          </a:xfrm>
          <a:prstGeom prst="rect">
            <a:avLst/>
          </a:prstGeom>
        </p:spPr>
        <p:txBody>
          <a:bodyPr anchorCtr="0" anchor="b" bIns="0" lIns="0" spcFirstLastPara="1" rIns="91425" wrap="square" tIns="0">
            <a:noAutofit/>
          </a:bodyPr>
          <a:lstStyle>
            <a:lvl1pPr lvl="0">
              <a:spcBef>
                <a:spcPts val="0"/>
              </a:spcBef>
              <a:spcAft>
                <a:spcPts val="0"/>
              </a:spcAft>
              <a:buClr>
                <a:schemeClr val="accent1"/>
              </a:buClr>
              <a:buSzPts val="1600"/>
              <a:buFont typeface="Forum"/>
              <a:buNone/>
              <a:defRPr sz="1600">
                <a:solidFill>
                  <a:schemeClr val="accent1"/>
                </a:solidFill>
              </a:defRPr>
            </a:lvl1pPr>
            <a:lvl2pPr lvl="1">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2pPr>
            <a:lvl3pPr lvl="2">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3pPr>
            <a:lvl4pPr lvl="3">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4pPr>
            <a:lvl5pPr lvl="4">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5pPr>
            <a:lvl6pPr lvl="5">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6pPr>
            <a:lvl7pPr lvl="6">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7pPr>
            <a:lvl8pPr lvl="7">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8pPr>
            <a:lvl9pPr lvl="8">
              <a:spcBef>
                <a:spcPts val="0"/>
              </a:spcBef>
              <a:spcAft>
                <a:spcPts val="0"/>
              </a:spcAft>
              <a:buClr>
                <a:schemeClr val="accent1"/>
              </a:buClr>
              <a:buSzPts val="1600"/>
              <a:buFont typeface="Forum"/>
              <a:buNone/>
              <a:defRPr sz="1600">
                <a:solidFill>
                  <a:schemeClr val="accent1"/>
                </a:solidFill>
                <a:latin typeface="Forum"/>
                <a:ea typeface="Forum"/>
                <a:cs typeface="Forum"/>
                <a:sym typeface="Forum"/>
              </a:defRPr>
            </a:lvl9pPr>
          </a:lstStyle>
          <a:p/>
        </p:txBody>
      </p:sp>
      <p:sp>
        <p:nvSpPr>
          <p:cNvPr id="207" name="Google Shape;207;p23"/>
          <p:cNvSpPr txBox="1"/>
          <p:nvPr>
            <p:ph idx="26" type="subTitle"/>
          </p:nvPr>
        </p:nvSpPr>
        <p:spPr>
          <a:xfrm>
            <a:off x="6231050" y="1803600"/>
            <a:ext cx="1475700" cy="126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208" name="Google Shape;208;p23"/>
          <p:cNvSpPr txBox="1"/>
          <p:nvPr>
            <p:ph idx="27" type="subTitle"/>
          </p:nvPr>
        </p:nvSpPr>
        <p:spPr>
          <a:xfrm>
            <a:off x="6231050" y="2056043"/>
            <a:ext cx="1475700" cy="126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209" name="Google Shape;209;p23"/>
          <p:cNvSpPr txBox="1"/>
          <p:nvPr>
            <p:ph idx="28" type="subTitle"/>
          </p:nvPr>
        </p:nvSpPr>
        <p:spPr>
          <a:xfrm>
            <a:off x="6231050" y="2308487"/>
            <a:ext cx="1475700" cy="126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210" name="Google Shape;210;p23"/>
          <p:cNvSpPr txBox="1"/>
          <p:nvPr>
            <p:ph idx="29" type="subTitle"/>
          </p:nvPr>
        </p:nvSpPr>
        <p:spPr>
          <a:xfrm>
            <a:off x="6231050" y="2560930"/>
            <a:ext cx="1475700" cy="126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
        <p:nvSpPr>
          <p:cNvPr id="211" name="Google Shape;211;p23"/>
          <p:cNvSpPr txBox="1"/>
          <p:nvPr>
            <p:ph idx="30" type="subTitle"/>
          </p:nvPr>
        </p:nvSpPr>
        <p:spPr>
          <a:xfrm>
            <a:off x="6231050" y="2813374"/>
            <a:ext cx="1475700" cy="126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900"/>
              <a:buFont typeface="DM Sans Light"/>
              <a:buNone/>
              <a:defRPr sz="900">
                <a:latin typeface="DM Sans Light"/>
                <a:ea typeface="DM Sans Light"/>
                <a:cs typeface="DM Sans Light"/>
                <a:sym typeface="DM Sans Light"/>
              </a:defRPr>
            </a:lvl1pPr>
            <a:lvl2pPr lvl="1">
              <a:spcBef>
                <a:spcPts val="0"/>
              </a:spcBef>
              <a:spcAft>
                <a:spcPts val="0"/>
              </a:spcAft>
              <a:buClr>
                <a:schemeClr val="lt1"/>
              </a:buClr>
              <a:buSzPts val="900"/>
              <a:buFont typeface="DM Sans Light"/>
              <a:buNone/>
              <a:defRPr sz="900">
                <a:latin typeface="DM Sans Light"/>
                <a:ea typeface="DM Sans Light"/>
                <a:cs typeface="DM Sans Light"/>
                <a:sym typeface="DM Sans Light"/>
              </a:defRPr>
            </a:lvl2pPr>
            <a:lvl3pPr lvl="2">
              <a:spcBef>
                <a:spcPts val="0"/>
              </a:spcBef>
              <a:spcAft>
                <a:spcPts val="0"/>
              </a:spcAft>
              <a:buClr>
                <a:schemeClr val="lt1"/>
              </a:buClr>
              <a:buSzPts val="900"/>
              <a:buFont typeface="DM Sans Light"/>
              <a:buNone/>
              <a:defRPr sz="900">
                <a:latin typeface="DM Sans Light"/>
                <a:ea typeface="DM Sans Light"/>
                <a:cs typeface="DM Sans Light"/>
                <a:sym typeface="DM Sans Light"/>
              </a:defRPr>
            </a:lvl3pPr>
            <a:lvl4pPr lvl="3">
              <a:spcBef>
                <a:spcPts val="0"/>
              </a:spcBef>
              <a:spcAft>
                <a:spcPts val="0"/>
              </a:spcAft>
              <a:buClr>
                <a:schemeClr val="lt1"/>
              </a:buClr>
              <a:buSzPts val="900"/>
              <a:buFont typeface="DM Sans Light"/>
              <a:buNone/>
              <a:defRPr sz="900">
                <a:latin typeface="DM Sans Light"/>
                <a:ea typeface="DM Sans Light"/>
                <a:cs typeface="DM Sans Light"/>
                <a:sym typeface="DM Sans Light"/>
              </a:defRPr>
            </a:lvl4pPr>
            <a:lvl5pPr lvl="4">
              <a:spcBef>
                <a:spcPts val="0"/>
              </a:spcBef>
              <a:spcAft>
                <a:spcPts val="0"/>
              </a:spcAft>
              <a:buClr>
                <a:schemeClr val="lt1"/>
              </a:buClr>
              <a:buSzPts val="900"/>
              <a:buFont typeface="DM Sans Light"/>
              <a:buNone/>
              <a:defRPr sz="900">
                <a:latin typeface="DM Sans Light"/>
                <a:ea typeface="DM Sans Light"/>
                <a:cs typeface="DM Sans Light"/>
                <a:sym typeface="DM Sans Light"/>
              </a:defRPr>
            </a:lvl5pPr>
            <a:lvl6pPr lvl="5">
              <a:spcBef>
                <a:spcPts val="0"/>
              </a:spcBef>
              <a:spcAft>
                <a:spcPts val="0"/>
              </a:spcAft>
              <a:buClr>
                <a:schemeClr val="lt1"/>
              </a:buClr>
              <a:buSzPts val="900"/>
              <a:buFont typeface="DM Sans Light"/>
              <a:buNone/>
              <a:defRPr sz="900">
                <a:latin typeface="DM Sans Light"/>
                <a:ea typeface="DM Sans Light"/>
                <a:cs typeface="DM Sans Light"/>
                <a:sym typeface="DM Sans Light"/>
              </a:defRPr>
            </a:lvl6pPr>
            <a:lvl7pPr lvl="6">
              <a:spcBef>
                <a:spcPts val="0"/>
              </a:spcBef>
              <a:spcAft>
                <a:spcPts val="0"/>
              </a:spcAft>
              <a:buClr>
                <a:schemeClr val="lt1"/>
              </a:buClr>
              <a:buSzPts val="900"/>
              <a:buFont typeface="DM Sans Light"/>
              <a:buNone/>
              <a:defRPr sz="900">
                <a:latin typeface="DM Sans Light"/>
                <a:ea typeface="DM Sans Light"/>
                <a:cs typeface="DM Sans Light"/>
                <a:sym typeface="DM Sans Light"/>
              </a:defRPr>
            </a:lvl7pPr>
            <a:lvl8pPr lvl="7">
              <a:spcBef>
                <a:spcPts val="0"/>
              </a:spcBef>
              <a:spcAft>
                <a:spcPts val="0"/>
              </a:spcAft>
              <a:buClr>
                <a:schemeClr val="lt1"/>
              </a:buClr>
              <a:buSzPts val="900"/>
              <a:buFont typeface="DM Sans Light"/>
              <a:buNone/>
              <a:defRPr sz="900">
                <a:latin typeface="DM Sans Light"/>
                <a:ea typeface="DM Sans Light"/>
                <a:cs typeface="DM Sans Light"/>
                <a:sym typeface="DM Sans Light"/>
              </a:defRPr>
            </a:lvl8pPr>
            <a:lvl9pPr lvl="8">
              <a:spcBef>
                <a:spcPts val="0"/>
              </a:spcBef>
              <a:spcAft>
                <a:spcPts val="0"/>
              </a:spcAft>
              <a:buClr>
                <a:schemeClr val="lt1"/>
              </a:buClr>
              <a:buSzPts val="900"/>
              <a:buFont typeface="DM Sans Light"/>
              <a:buNone/>
              <a:defRPr sz="900">
                <a:latin typeface="DM Sans Light"/>
                <a:ea typeface="DM Sans Light"/>
                <a:cs typeface="DM Sans Light"/>
                <a:sym typeface="DM Sans Light"/>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only">
  <p:cSld name="BLANK_1_1_1_1">
    <p:spTree>
      <p:nvGrpSpPr>
        <p:cNvPr id="212" name="Shape 212"/>
        <p:cNvGrpSpPr/>
        <p:nvPr/>
      </p:nvGrpSpPr>
      <p:grpSpPr>
        <a:xfrm>
          <a:off x="0" y="0"/>
          <a:ext cx="0" cy="0"/>
          <a:chOff x="0" y="0"/>
          <a:chExt cx="0" cy="0"/>
        </a:xfrm>
      </p:grpSpPr>
      <p:sp>
        <p:nvSpPr>
          <p:cNvPr id="213" name="Google Shape;213;p24"/>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214" name="Google Shape;214;p24"/>
          <p:cNvSpPr txBox="1"/>
          <p:nvPr>
            <p:ph type="title"/>
          </p:nvPr>
        </p:nvSpPr>
        <p:spPr>
          <a:xfrm>
            <a:off x="228600" y="460100"/>
            <a:ext cx="8686800" cy="587700"/>
          </a:xfrm>
          <a:prstGeom prst="rect">
            <a:avLst/>
          </a:prstGeom>
        </p:spPr>
        <p:txBody>
          <a:bodyPr anchorCtr="0" anchor="t" bIns="91425" lIns="91425" spcFirstLastPara="1" rIns="91425" wrap="square" tIns="0">
            <a:spAutoFit/>
          </a:bodyPr>
          <a:lstStyle>
            <a:lvl1pPr lvl="0" algn="ctr">
              <a:lnSpc>
                <a:spcPct val="70000"/>
              </a:lnSpc>
              <a:spcBef>
                <a:spcPts val="0"/>
              </a:spcBef>
              <a:spcAft>
                <a:spcPts val="0"/>
              </a:spcAft>
              <a:buNone/>
              <a:defRPr sz="4800">
                <a:solidFill>
                  <a:schemeClr val="accent1"/>
                </a:solidFill>
              </a:defRPr>
            </a:lvl1pPr>
            <a:lvl2pPr lvl="1">
              <a:lnSpc>
                <a:spcPct val="115000"/>
              </a:lnSpc>
              <a:spcBef>
                <a:spcPts val="0"/>
              </a:spcBef>
              <a:spcAft>
                <a:spcPts val="0"/>
              </a:spcAft>
              <a:buNone/>
              <a:defRPr>
                <a:solidFill>
                  <a:schemeClr val="accent1"/>
                </a:solidFill>
              </a:defRPr>
            </a:lvl2pPr>
            <a:lvl3pPr lvl="2">
              <a:lnSpc>
                <a:spcPct val="115000"/>
              </a:lnSpc>
              <a:spcBef>
                <a:spcPts val="0"/>
              </a:spcBef>
              <a:spcAft>
                <a:spcPts val="0"/>
              </a:spcAft>
              <a:buNone/>
              <a:defRPr>
                <a:solidFill>
                  <a:schemeClr val="accent1"/>
                </a:solidFill>
              </a:defRPr>
            </a:lvl3pPr>
            <a:lvl4pPr lvl="3">
              <a:lnSpc>
                <a:spcPct val="115000"/>
              </a:lnSpc>
              <a:spcBef>
                <a:spcPts val="0"/>
              </a:spcBef>
              <a:spcAft>
                <a:spcPts val="0"/>
              </a:spcAft>
              <a:buNone/>
              <a:defRPr>
                <a:solidFill>
                  <a:schemeClr val="accent1"/>
                </a:solidFill>
              </a:defRPr>
            </a:lvl4pPr>
            <a:lvl5pPr lvl="4">
              <a:lnSpc>
                <a:spcPct val="115000"/>
              </a:lnSpc>
              <a:spcBef>
                <a:spcPts val="0"/>
              </a:spcBef>
              <a:spcAft>
                <a:spcPts val="0"/>
              </a:spcAft>
              <a:buNone/>
              <a:defRPr>
                <a:solidFill>
                  <a:schemeClr val="accent1"/>
                </a:solidFill>
              </a:defRPr>
            </a:lvl5pPr>
            <a:lvl6pPr lvl="5">
              <a:lnSpc>
                <a:spcPct val="115000"/>
              </a:lnSpc>
              <a:spcBef>
                <a:spcPts val="0"/>
              </a:spcBef>
              <a:spcAft>
                <a:spcPts val="0"/>
              </a:spcAft>
              <a:buNone/>
              <a:defRPr>
                <a:solidFill>
                  <a:schemeClr val="accent1"/>
                </a:solidFill>
              </a:defRPr>
            </a:lvl6pPr>
            <a:lvl7pPr lvl="6">
              <a:lnSpc>
                <a:spcPct val="115000"/>
              </a:lnSpc>
              <a:spcBef>
                <a:spcPts val="0"/>
              </a:spcBef>
              <a:spcAft>
                <a:spcPts val="0"/>
              </a:spcAft>
              <a:buNone/>
              <a:defRPr>
                <a:solidFill>
                  <a:schemeClr val="accent1"/>
                </a:solidFill>
              </a:defRPr>
            </a:lvl7pPr>
            <a:lvl8pPr lvl="7">
              <a:lnSpc>
                <a:spcPct val="115000"/>
              </a:lnSpc>
              <a:spcBef>
                <a:spcPts val="0"/>
              </a:spcBef>
              <a:spcAft>
                <a:spcPts val="0"/>
              </a:spcAft>
              <a:buNone/>
              <a:defRPr>
                <a:solidFill>
                  <a:schemeClr val="accent1"/>
                </a:solidFill>
              </a:defRPr>
            </a:lvl8pPr>
            <a:lvl9pPr lvl="8">
              <a:lnSpc>
                <a:spcPct val="115000"/>
              </a:lnSpc>
              <a:spcBef>
                <a:spcPts val="0"/>
              </a:spcBef>
              <a:spcAft>
                <a:spcPts val="0"/>
              </a:spcAft>
              <a:buNone/>
              <a:defRPr>
                <a:solidFill>
                  <a:schemeClr val="accent1"/>
                </a:solidFill>
              </a:defRPr>
            </a:lvl9pPr>
          </a:lstStyle>
          <a:p/>
        </p:txBody>
      </p:sp>
      <p:sp>
        <p:nvSpPr>
          <p:cNvPr id="215" name="Google Shape;215;p24"/>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steps">
  <p:cSld name="BLANK_1_1_1_1_3">
    <p:spTree>
      <p:nvGrpSpPr>
        <p:cNvPr id="216" name="Shape 216"/>
        <p:cNvGrpSpPr/>
        <p:nvPr/>
      </p:nvGrpSpPr>
      <p:grpSpPr>
        <a:xfrm>
          <a:off x="0" y="0"/>
          <a:ext cx="0" cy="0"/>
          <a:chOff x="0" y="0"/>
          <a:chExt cx="0" cy="0"/>
        </a:xfrm>
      </p:grpSpPr>
      <p:sp>
        <p:nvSpPr>
          <p:cNvPr id="217" name="Google Shape;217;p25"/>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218" name="Google Shape;218;p25"/>
          <p:cNvSpPr txBox="1"/>
          <p:nvPr>
            <p:ph idx="2" type="subTitle"/>
          </p:nvPr>
        </p:nvSpPr>
        <p:spPr>
          <a:xfrm>
            <a:off x="333888" y="3130382"/>
            <a:ext cx="1288200" cy="452400"/>
          </a:xfrm>
          <a:prstGeom prst="rect">
            <a:avLst/>
          </a:prstGeom>
        </p:spPr>
        <p:txBody>
          <a:bodyPr anchorCtr="0" anchor="b" bIns="0" lIns="0" spcFirstLastPara="1" rIns="0" wrap="square" tIns="0">
            <a:noAutofit/>
          </a:bodyPr>
          <a:lstStyle>
            <a:lvl1pPr lvl="0" algn="ctr">
              <a:lnSpc>
                <a:spcPct val="65000"/>
              </a:lnSpc>
              <a:spcBef>
                <a:spcPts val="0"/>
              </a:spcBef>
              <a:spcAft>
                <a:spcPts val="0"/>
              </a:spcAft>
              <a:buClr>
                <a:schemeClr val="accent4"/>
              </a:buClr>
              <a:buSzPts val="7200"/>
              <a:buFont typeface="Forum"/>
              <a:buNone/>
              <a:defRPr sz="7200">
                <a:solidFill>
                  <a:schemeClr val="accent4"/>
                </a:solidFill>
              </a:defRPr>
            </a:lvl1pPr>
            <a:lvl2pPr lvl="1">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2pPr>
            <a:lvl3pPr lvl="2">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3pPr>
            <a:lvl4pPr lvl="3">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4pPr>
            <a:lvl5pPr lvl="4">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5pPr>
            <a:lvl6pPr lvl="5">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6pPr>
            <a:lvl7pPr lvl="6">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7pPr>
            <a:lvl8pPr lvl="7">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8pPr>
            <a:lvl9pPr lvl="8">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9pPr>
          </a:lstStyle>
          <a:p/>
        </p:txBody>
      </p:sp>
      <p:sp>
        <p:nvSpPr>
          <p:cNvPr id="219" name="Google Shape;219;p25"/>
          <p:cNvSpPr txBox="1"/>
          <p:nvPr>
            <p:ph idx="3" type="subTitle"/>
          </p:nvPr>
        </p:nvSpPr>
        <p:spPr>
          <a:xfrm>
            <a:off x="2084963" y="3130382"/>
            <a:ext cx="1288200" cy="452400"/>
          </a:xfrm>
          <a:prstGeom prst="rect">
            <a:avLst/>
          </a:prstGeom>
        </p:spPr>
        <p:txBody>
          <a:bodyPr anchorCtr="0" anchor="b" bIns="0" lIns="0" spcFirstLastPara="1" rIns="0" wrap="square" tIns="0">
            <a:noAutofit/>
          </a:bodyPr>
          <a:lstStyle>
            <a:lvl1pPr lvl="0" algn="ctr">
              <a:lnSpc>
                <a:spcPct val="65000"/>
              </a:lnSpc>
              <a:spcBef>
                <a:spcPts val="0"/>
              </a:spcBef>
              <a:spcAft>
                <a:spcPts val="0"/>
              </a:spcAft>
              <a:buClr>
                <a:schemeClr val="accent4"/>
              </a:buClr>
              <a:buSzPts val="7200"/>
              <a:buFont typeface="Forum"/>
              <a:buNone/>
              <a:defRPr sz="7200">
                <a:solidFill>
                  <a:schemeClr val="accent4"/>
                </a:solidFill>
              </a:defRPr>
            </a:lvl1pPr>
            <a:lvl2pPr lvl="1">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2pPr>
            <a:lvl3pPr lvl="2">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3pPr>
            <a:lvl4pPr lvl="3">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4pPr>
            <a:lvl5pPr lvl="4">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5pPr>
            <a:lvl6pPr lvl="5">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6pPr>
            <a:lvl7pPr lvl="6">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7pPr>
            <a:lvl8pPr lvl="7">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8pPr>
            <a:lvl9pPr lvl="8">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9pPr>
          </a:lstStyle>
          <a:p/>
        </p:txBody>
      </p:sp>
      <p:sp>
        <p:nvSpPr>
          <p:cNvPr id="220" name="Google Shape;220;p25"/>
          <p:cNvSpPr txBox="1"/>
          <p:nvPr>
            <p:ph idx="4" type="subTitle"/>
          </p:nvPr>
        </p:nvSpPr>
        <p:spPr>
          <a:xfrm>
            <a:off x="3783713" y="3130382"/>
            <a:ext cx="1288200" cy="452400"/>
          </a:xfrm>
          <a:prstGeom prst="rect">
            <a:avLst/>
          </a:prstGeom>
        </p:spPr>
        <p:txBody>
          <a:bodyPr anchorCtr="0" anchor="b" bIns="0" lIns="0" spcFirstLastPara="1" rIns="0" wrap="square" tIns="0">
            <a:noAutofit/>
          </a:bodyPr>
          <a:lstStyle>
            <a:lvl1pPr lvl="0" algn="ctr">
              <a:lnSpc>
                <a:spcPct val="65000"/>
              </a:lnSpc>
              <a:spcBef>
                <a:spcPts val="0"/>
              </a:spcBef>
              <a:spcAft>
                <a:spcPts val="0"/>
              </a:spcAft>
              <a:buClr>
                <a:schemeClr val="accent4"/>
              </a:buClr>
              <a:buSzPts val="7200"/>
              <a:buFont typeface="Forum"/>
              <a:buNone/>
              <a:defRPr sz="7200">
                <a:solidFill>
                  <a:schemeClr val="accent4"/>
                </a:solidFill>
              </a:defRPr>
            </a:lvl1pPr>
            <a:lvl2pPr lvl="1">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2pPr>
            <a:lvl3pPr lvl="2">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3pPr>
            <a:lvl4pPr lvl="3">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4pPr>
            <a:lvl5pPr lvl="4">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5pPr>
            <a:lvl6pPr lvl="5">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6pPr>
            <a:lvl7pPr lvl="6">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7pPr>
            <a:lvl8pPr lvl="7">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8pPr>
            <a:lvl9pPr lvl="8">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9pPr>
          </a:lstStyle>
          <a:p/>
        </p:txBody>
      </p:sp>
      <p:sp>
        <p:nvSpPr>
          <p:cNvPr id="221" name="Google Shape;221;p25"/>
          <p:cNvSpPr txBox="1"/>
          <p:nvPr>
            <p:ph idx="5" type="subTitle"/>
          </p:nvPr>
        </p:nvSpPr>
        <p:spPr>
          <a:xfrm>
            <a:off x="7521925" y="3130382"/>
            <a:ext cx="1288200" cy="452400"/>
          </a:xfrm>
          <a:prstGeom prst="rect">
            <a:avLst/>
          </a:prstGeom>
        </p:spPr>
        <p:txBody>
          <a:bodyPr anchorCtr="0" anchor="b" bIns="0" lIns="0" spcFirstLastPara="1" rIns="0" wrap="square" tIns="0">
            <a:noAutofit/>
          </a:bodyPr>
          <a:lstStyle>
            <a:lvl1pPr lvl="0" algn="ctr">
              <a:lnSpc>
                <a:spcPct val="65000"/>
              </a:lnSpc>
              <a:spcBef>
                <a:spcPts val="0"/>
              </a:spcBef>
              <a:spcAft>
                <a:spcPts val="0"/>
              </a:spcAft>
              <a:buClr>
                <a:schemeClr val="accent4"/>
              </a:buClr>
              <a:buSzPts val="7200"/>
              <a:buFont typeface="Forum"/>
              <a:buNone/>
              <a:defRPr sz="7200">
                <a:solidFill>
                  <a:schemeClr val="accent4"/>
                </a:solidFill>
              </a:defRPr>
            </a:lvl1pPr>
            <a:lvl2pPr lvl="1">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2pPr>
            <a:lvl3pPr lvl="2">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3pPr>
            <a:lvl4pPr lvl="3">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4pPr>
            <a:lvl5pPr lvl="4">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5pPr>
            <a:lvl6pPr lvl="5">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6pPr>
            <a:lvl7pPr lvl="6">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7pPr>
            <a:lvl8pPr lvl="7">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8pPr>
            <a:lvl9pPr lvl="8">
              <a:spcBef>
                <a:spcPts val="0"/>
              </a:spcBef>
              <a:spcAft>
                <a:spcPts val="0"/>
              </a:spcAft>
              <a:buClr>
                <a:schemeClr val="accent4"/>
              </a:buClr>
              <a:buSzPts val="1400"/>
              <a:buFont typeface="Forum"/>
              <a:buNone/>
              <a:defRPr>
                <a:solidFill>
                  <a:schemeClr val="accent4"/>
                </a:solidFill>
                <a:latin typeface="Forum"/>
                <a:ea typeface="Forum"/>
                <a:cs typeface="Forum"/>
                <a:sym typeface="Forum"/>
              </a:defRPr>
            </a:lvl9pPr>
          </a:lstStyle>
          <a:p/>
        </p:txBody>
      </p:sp>
      <p:sp>
        <p:nvSpPr>
          <p:cNvPr id="222" name="Google Shape;222;p25"/>
          <p:cNvSpPr txBox="1"/>
          <p:nvPr>
            <p:ph type="title"/>
          </p:nvPr>
        </p:nvSpPr>
        <p:spPr>
          <a:xfrm>
            <a:off x="228600" y="460100"/>
            <a:ext cx="8686800" cy="587700"/>
          </a:xfrm>
          <a:prstGeom prst="rect">
            <a:avLst/>
          </a:prstGeom>
        </p:spPr>
        <p:txBody>
          <a:bodyPr anchorCtr="0" anchor="t" bIns="91425" lIns="91425" spcFirstLastPara="1" rIns="91425" wrap="square" tIns="0">
            <a:spAutoFit/>
          </a:bodyPr>
          <a:lstStyle>
            <a:lvl1pPr lvl="0" algn="ctr">
              <a:lnSpc>
                <a:spcPct val="70000"/>
              </a:lnSpc>
              <a:spcBef>
                <a:spcPts val="0"/>
              </a:spcBef>
              <a:spcAft>
                <a:spcPts val="0"/>
              </a:spcAft>
              <a:buNone/>
              <a:defRPr sz="4800">
                <a:solidFill>
                  <a:schemeClr val="accent1"/>
                </a:solidFill>
              </a:defRPr>
            </a:lvl1pPr>
            <a:lvl2pPr lvl="1">
              <a:lnSpc>
                <a:spcPct val="115000"/>
              </a:lnSpc>
              <a:spcBef>
                <a:spcPts val="0"/>
              </a:spcBef>
              <a:spcAft>
                <a:spcPts val="0"/>
              </a:spcAft>
              <a:buNone/>
              <a:defRPr>
                <a:solidFill>
                  <a:schemeClr val="accent1"/>
                </a:solidFill>
              </a:defRPr>
            </a:lvl2pPr>
            <a:lvl3pPr lvl="2">
              <a:lnSpc>
                <a:spcPct val="115000"/>
              </a:lnSpc>
              <a:spcBef>
                <a:spcPts val="0"/>
              </a:spcBef>
              <a:spcAft>
                <a:spcPts val="0"/>
              </a:spcAft>
              <a:buNone/>
              <a:defRPr>
                <a:solidFill>
                  <a:schemeClr val="accent1"/>
                </a:solidFill>
              </a:defRPr>
            </a:lvl3pPr>
            <a:lvl4pPr lvl="3">
              <a:lnSpc>
                <a:spcPct val="115000"/>
              </a:lnSpc>
              <a:spcBef>
                <a:spcPts val="0"/>
              </a:spcBef>
              <a:spcAft>
                <a:spcPts val="0"/>
              </a:spcAft>
              <a:buNone/>
              <a:defRPr>
                <a:solidFill>
                  <a:schemeClr val="accent1"/>
                </a:solidFill>
              </a:defRPr>
            </a:lvl4pPr>
            <a:lvl5pPr lvl="4">
              <a:lnSpc>
                <a:spcPct val="115000"/>
              </a:lnSpc>
              <a:spcBef>
                <a:spcPts val="0"/>
              </a:spcBef>
              <a:spcAft>
                <a:spcPts val="0"/>
              </a:spcAft>
              <a:buNone/>
              <a:defRPr>
                <a:solidFill>
                  <a:schemeClr val="accent1"/>
                </a:solidFill>
              </a:defRPr>
            </a:lvl5pPr>
            <a:lvl6pPr lvl="5">
              <a:lnSpc>
                <a:spcPct val="115000"/>
              </a:lnSpc>
              <a:spcBef>
                <a:spcPts val="0"/>
              </a:spcBef>
              <a:spcAft>
                <a:spcPts val="0"/>
              </a:spcAft>
              <a:buNone/>
              <a:defRPr>
                <a:solidFill>
                  <a:schemeClr val="accent1"/>
                </a:solidFill>
              </a:defRPr>
            </a:lvl6pPr>
            <a:lvl7pPr lvl="6">
              <a:lnSpc>
                <a:spcPct val="115000"/>
              </a:lnSpc>
              <a:spcBef>
                <a:spcPts val="0"/>
              </a:spcBef>
              <a:spcAft>
                <a:spcPts val="0"/>
              </a:spcAft>
              <a:buNone/>
              <a:defRPr>
                <a:solidFill>
                  <a:schemeClr val="accent1"/>
                </a:solidFill>
              </a:defRPr>
            </a:lvl7pPr>
            <a:lvl8pPr lvl="7">
              <a:lnSpc>
                <a:spcPct val="115000"/>
              </a:lnSpc>
              <a:spcBef>
                <a:spcPts val="0"/>
              </a:spcBef>
              <a:spcAft>
                <a:spcPts val="0"/>
              </a:spcAft>
              <a:buNone/>
              <a:defRPr>
                <a:solidFill>
                  <a:schemeClr val="accent1"/>
                </a:solidFill>
              </a:defRPr>
            </a:lvl8pPr>
            <a:lvl9pPr lvl="8">
              <a:lnSpc>
                <a:spcPct val="115000"/>
              </a:lnSpc>
              <a:spcBef>
                <a:spcPts val="0"/>
              </a:spcBef>
              <a:spcAft>
                <a:spcPts val="0"/>
              </a:spcAft>
              <a:buNone/>
              <a:defRPr>
                <a:solidFill>
                  <a:schemeClr val="accent1"/>
                </a:solidFill>
              </a:defRPr>
            </a:lvl9pPr>
          </a:lstStyle>
          <a:p/>
        </p:txBody>
      </p:sp>
      <p:sp>
        <p:nvSpPr>
          <p:cNvPr id="223" name="Google Shape;223;p25"/>
          <p:cNvSpPr txBox="1"/>
          <p:nvPr>
            <p:ph idx="6" type="subTitle"/>
          </p:nvPr>
        </p:nvSpPr>
        <p:spPr>
          <a:xfrm>
            <a:off x="228600" y="3793273"/>
            <a:ext cx="1498800" cy="890400"/>
          </a:xfrm>
          <a:prstGeom prst="rect">
            <a:avLst/>
          </a:prstGeom>
        </p:spPr>
        <p:txBody>
          <a:bodyPr anchorCtr="0" anchor="t" bIns="0" lIns="0" spcFirstLastPara="1" rIns="0" wrap="square" tIns="0">
            <a:noAutofit/>
          </a:bodyPr>
          <a:lstStyle>
            <a:lvl1pPr lvl="0" algn="ctr">
              <a:spcBef>
                <a:spcPts val="0"/>
              </a:spcBef>
              <a:spcAft>
                <a:spcPts val="0"/>
              </a:spcAft>
              <a:buNone/>
              <a:defRPr sz="1000">
                <a:solidFill>
                  <a:schemeClr val="accent4"/>
                </a:solidFill>
                <a:latin typeface="DM Sans"/>
                <a:ea typeface="DM Sans"/>
                <a:cs typeface="DM Sans"/>
                <a:sym typeface="DM Sans"/>
              </a:defRPr>
            </a:lvl1pPr>
            <a:lvl2pPr lvl="1"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2pPr>
            <a:lvl3pPr lvl="2"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3pPr>
            <a:lvl4pPr lvl="3"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4pPr>
            <a:lvl5pPr lvl="4"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5pPr>
            <a:lvl6pPr lvl="5"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6pPr>
            <a:lvl7pPr lvl="6"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7pPr>
            <a:lvl8pPr lvl="7"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8pPr>
            <a:lvl9pPr lvl="8"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9pPr>
          </a:lstStyle>
          <a:p/>
        </p:txBody>
      </p:sp>
      <p:sp>
        <p:nvSpPr>
          <p:cNvPr id="224" name="Google Shape;224;p25"/>
          <p:cNvSpPr txBox="1"/>
          <p:nvPr>
            <p:ph idx="7" type="subTitle"/>
          </p:nvPr>
        </p:nvSpPr>
        <p:spPr>
          <a:xfrm>
            <a:off x="1979675" y="3793273"/>
            <a:ext cx="1498800" cy="890400"/>
          </a:xfrm>
          <a:prstGeom prst="rect">
            <a:avLst/>
          </a:prstGeom>
        </p:spPr>
        <p:txBody>
          <a:bodyPr anchorCtr="0" anchor="t" bIns="0" lIns="0" spcFirstLastPara="1" rIns="0" wrap="square" tIns="0">
            <a:noAutofit/>
          </a:bodyPr>
          <a:lstStyle>
            <a:lvl1pPr lvl="0" algn="ctr">
              <a:spcBef>
                <a:spcPts val="0"/>
              </a:spcBef>
              <a:spcAft>
                <a:spcPts val="0"/>
              </a:spcAft>
              <a:buNone/>
              <a:defRPr sz="1000">
                <a:solidFill>
                  <a:schemeClr val="accent4"/>
                </a:solidFill>
                <a:latin typeface="DM Sans"/>
                <a:ea typeface="DM Sans"/>
                <a:cs typeface="DM Sans"/>
                <a:sym typeface="DM Sans"/>
              </a:defRPr>
            </a:lvl1pPr>
            <a:lvl2pPr lvl="1"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2pPr>
            <a:lvl3pPr lvl="2"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3pPr>
            <a:lvl4pPr lvl="3"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4pPr>
            <a:lvl5pPr lvl="4"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5pPr>
            <a:lvl6pPr lvl="5"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6pPr>
            <a:lvl7pPr lvl="6"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7pPr>
            <a:lvl8pPr lvl="7"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8pPr>
            <a:lvl9pPr lvl="8"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9pPr>
          </a:lstStyle>
          <a:p/>
        </p:txBody>
      </p:sp>
      <p:sp>
        <p:nvSpPr>
          <p:cNvPr id="225" name="Google Shape;225;p25"/>
          <p:cNvSpPr txBox="1"/>
          <p:nvPr>
            <p:ph idx="8" type="subTitle"/>
          </p:nvPr>
        </p:nvSpPr>
        <p:spPr>
          <a:xfrm>
            <a:off x="3678425" y="3793273"/>
            <a:ext cx="1498800" cy="890400"/>
          </a:xfrm>
          <a:prstGeom prst="rect">
            <a:avLst/>
          </a:prstGeom>
        </p:spPr>
        <p:txBody>
          <a:bodyPr anchorCtr="0" anchor="t" bIns="0" lIns="0" spcFirstLastPara="1" rIns="0" wrap="square" tIns="0">
            <a:noAutofit/>
          </a:bodyPr>
          <a:lstStyle>
            <a:lvl1pPr lvl="0" algn="ctr">
              <a:spcBef>
                <a:spcPts val="0"/>
              </a:spcBef>
              <a:spcAft>
                <a:spcPts val="0"/>
              </a:spcAft>
              <a:buNone/>
              <a:defRPr sz="1000">
                <a:solidFill>
                  <a:schemeClr val="accent4"/>
                </a:solidFill>
                <a:latin typeface="DM Sans"/>
                <a:ea typeface="DM Sans"/>
                <a:cs typeface="DM Sans"/>
                <a:sym typeface="DM Sans"/>
              </a:defRPr>
            </a:lvl1pPr>
            <a:lvl2pPr lvl="1"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2pPr>
            <a:lvl3pPr lvl="2"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3pPr>
            <a:lvl4pPr lvl="3"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4pPr>
            <a:lvl5pPr lvl="4"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5pPr>
            <a:lvl6pPr lvl="5"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6pPr>
            <a:lvl7pPr lvl="6"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7pPr>
            <a:lvl8pPr lvl="7"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8pPr>
            <a:lvl9pPr lvl="8"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9pPr>
          </a:lstStyle>
          <a:p/>
        </p:txBody>
      </p:sp>
      <p:sp>
        <p:nvSpPr>
          <p:cNvPr id="226" name="Google Shape;226;p25"/>
          <p:cNvSpPr txBox="1"/>
          <p:nvPr>
            <p:ph idx="9" type="subTitle"/>
          </p:nvPr>
        </p:nvSpPr>
        <p:spPr>
          <a:xfrm>
            <a:off x="5554425" y="2789523"/>
            <a:ext cx="1498800" cy="890400"/>
          </a:xfrm>
          <a:prstGeom prst="rect">
            <a:avLst/>
          </a:prstGeom>
        </p:spPr>
        <p:txBody>
          <a:bodyPr anchorCtr="0" anchor="t" bIns="0" lIns="0" spcFirstLastPara="1" rIns="0" wrap="square" tIns="0">
            <a:noAutofit/>
          </a:bodyPr>
          <a:lstStyle>
            <a:lvl1pPr lvl="0" algn="ctr">
              <a:spcBef>
                <a:spcPts val="0"/>
              </a:spcBef>
              <a:spcAft>
                <a:spcPts val="0"/>
              </a:spcAft>
              <a:buNone/>
              <a:defRPr sz="1000">
                <a:latin typeface="DM Sans"/>
                <a:ea typeface="DM Sans"/>
                <a:cs typeface="DM Sans"/>
                <a:sym typeface="DM Sans"/>
              </a:defRPr>
            </a:lvl1pPr>
            <a:lvl2pPr lvl="1" algn="ctr">
              <a:spcBef>
                <a:spcPts val="0"/>
              </a:spcBef>
              <a:spcAft>
                <a:spcPts val="0"/>
              </a:spcAft>
              <a:buClr>
                <a:schemeClr val="lt1"/>
              </a:buClr>
              <a:buSzPts val="1000"/>
              <a:buFont typeface="DM Sans"/>
              <a:buNone/>
              <a:defRPr sz="1000">
                <a:latin typeface="DM Sans"/>
                <a:ea typeface="DM Sans"/>
                <a:cs typeface="DM Sans"/>
                <a:sym typeface="DM Sans"/>
              </a:defRPr>
            </a:lvl2pPr>
            <a:lvl3pPr lvl="2" algn="ctr">
              <a:spcBef>
                <a:spcPts val="0"/>
              </a:spcBef>
              <a:spcAft>
                <a:spcPts val="0"/>
              </a:spcAft>
              <a:buClr>
                <a:schemeClr val="lt1"/>
              </a:buClr>
              <a:buSzPts val="1000"/>
              <a:buFont typeface="DM Sans"/>
              <a:buNone/>
              <a:defRPr sz="1000">
                <a:latin typeface="DM Sans"/>
                <a:ea typeface="DM Sans"/>
                <a:cs typeface="DM Sans"/>
                <a:sym typeface="DM Sans"/>
              </a:defRPr>
            </a:lvl3pPr>
            <a:lvl4pPr lvl="3" algn="ctr">
              <a:spcBef>
                <a:spcPts val="0"/>
              </a:spcBef>
              <a:spcAft>
                <a:spcPts val="0"/>
              </a:spcAft>
              <a:buClr>
                <a:schemeClr val="lt1"/>
              </a:buClr>
              <a:buSzPts val="1000"/>
              <a:buFont typeface="DM Sans"/>
              <a:buNone/>
              <a:defRPr sz="1000">
                <a:latin typeface="DM Sans"/>
                <a:ea typeface="DM Sans"/>
                <a:cs typeface="DM Sans"/>
                <a:sym typeface="DM Sans"/>
              </a:defRPr>
            </a:lvl4pPr>
            <a:lvl5pPr lvl="4" algn="ctr">
              <a:spcBef>
                <a:spcPts val="0"/>
              </a:spcBef>
              <a:spcAft>
                <a:spcPts val="0"/>
              </a:spcAft>
              <a:buClr>
                <a:schemeClr val="lt1"/>
              </a:buClr>
              <a:buSzPts val="1000"/>
              <a:buFont typeface="DM Sans"/>
              <a:buNone/>
              <a:defRPr sz="1000">
                <a:latin typeface="DM Sans"/>
                <a:ea typeface="DM Sans"/>
                <a:cs typeface="DM Sans"/>
                <a:sym typeface="DM Sans"/>
              </a:defRPr>
            </a:lvl5pPr>
            <a:lvl6pPr lvl="5" algn="ctr">
              <a:spcBef>
                <a:spcPts val="0"/>
              </a:spcBef>
              <a:spcAft>
                <a:spcPts val="0"/>
              </a:spcAft>
              <a:buClr>
                <a:schemeClr val="lt1"/>
              </a:buClr>
              <a:buSzPts val="1000"/>
              <a:buFont typeface="DM Sans"/>
              <a:buNone/>
              <a:defRPr sz="1000">
                <a:latin typeface="DM Sans"/>
                <a:ea typeface="DM Sans"/>
                <a:cs typeface="DM Sans"/>
                <a:sym typeface="DM Sans"/>
              </a:defRPr>
            </a:lvl6pPr>
            <a:lvl7pPr lvl="6" algn="ctr">
              <a:spcBef>
                <a:spcPts val="0"/>
              </a:spcBef>
              <a:spcAft>
                <a:spcPts val="0"/>
              </a:spcAft>
              <a:buClr>
                <a:schemeClr val="lt1"/>
              </a:buClr>
              <a:buSzPts val="1000"/>
              <a:buFont typeface="DM Sans"/>
              <a:buNone/>
              <a:defRPr sz="1000">
                <a:latin typeface="DM Sans"/>
                <a:ea typeface="DM Sans"/>
                <a:cs typeface="DM Sans"/>
                <a:sym typeface="DM Sans"/>
              </a:defRPr>
            </a:lvl7pPr>
            <a:lvl8pPr lvl="7" algn="ctr">
              <a:spcBef>
                <a:spcPts val="0"/>
              </a:spcBef>
              <a:spcAft>
                <a:spcPts val="0"/>
              </a:spcAft>
              <a:buClr>
                <a:schemeClr val="lt1"/>
              </a:buClr>
              <a:buSzPts val="1000"/>
              <a:buFont typeface="DM Sans"/>
              <a:buNone/>
              <a:defRPr sz="1000">
                <a:latin typeface="DM Sans"/>
                <a:ea typeface="DM Sans"/>
                <a:cs typeface="DM Sans"/>
                <a:sym typeface="DM Sans"/>
              </a:defRPr>
            </a:lvl8pPr>
            <a:lvl9pPr lvl="8" algn="ctr">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227" name="Google Shape;227;p25"/>
          <p:cNvSpPr txBox="1"/>
          <p:nvPr>
            <p:ph idx="13" type="subTitle"/>
          </p:nvPr>
        </p:nvSpPr>
        <p:spPr>
          <a:xfrm>
            <a:off x="7416625" y="3793273"/>
            <a:ext cx="1498800" cy="890400"/>
          </a:xfrm>
          <a:prstGeom prst="rect">
            <a:avLst/>
          </a:prstGeom>
        </p:spPr>
        <p:txBody>
          <a:bodyPr anchorCtr="0" anchor="t" bIns="0" lIns="0" spcFirstLastPara="1" rIns="0" wrap="square" tIns="0">
            <a:noAutofit/>
          </a:bodyPr>
          <a:lstStyle>
            <a:lvl1pPr lvl="0" algn="ctr">
              <a:spcBef>
                <a:spcPts val="0"/>
              </a:spcBef>
              <a:spcAft>
                <a:spcPts val="0"/>
              </a:spcAft>
              <a:buNone/>
              <a:defRPr sz="1000">
                <a:solidFill>
                  <a:schemeClr val="accent4"/>
                </a:solidFill>
                <a:latin typeface="DM Sans"/>
                <a:ea typeface="DM Sans"/>
                <a:cs typeface="DM Sans"/>
                <a:sym typeface="DM Sans"/>
              </a:defRPr>
            </a:lvl1pPr>
            <a:lvl2pPr lvl="1"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2pPr>
            <a:lvl3pPr lvl="2"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3pPr>
            <a:lvl4pPr lvl="3"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4pPr>
            <a:lvl5pPr lvl="4"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5pPr>
            <a:lvl6pPr lvl="5"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6pPr>
            <a:lvl7pPr lvl="6"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7pPr>
            <a:lvl8pPr lvl="7"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8pPr>
            <a:lvl9pPr lvl="8" algn="ctr">
              <a:spcBef>
                <a:spcPts val="0"/>
              </a:spcBef>
              <a:spcAft>
                <a:spcPts val="0"/>
              </a:spcAft>
              <a:buClr>
                <a:schemeClr val="accent4"/>
              </a:buClr>
              <a:buSzPts val="1000"/>
              <a:buFont typeface="DM Sans"/>
              <a:buNone/>
              <a:defRPr sz="1000">
                <a:solidFill>
                  <a:schemeClr val="accent4"/>
                </a:solidFill>
                <a:latin typeface="DM Sans"/>
                <a:ea typeface="DM Sans"/>
                <a:cs typeface="DM Sans"/>
                <a:sym typeface="DM Sans"/>
              </a:defRPr>
            </a:lvl9pPr>
          </a:lstStyle>
          <a:p/>
        </p:txBody>
      </p:sp>
      <p:sp>
        <p:nvSpPr>
          <p:cNvPr id="228" name="Google Shape;228;p25"/>
          <p:cNvSpPr txBox="1"/>
          <p:nvPr>
            <p:ph idx="14" type="subTitle"/>
          </p:nvPr>
        </p:nvSpPr>
        <p:spPr>
          <a:xfrm>
            <a:off x="5659713" y="2324029"/>
            <a:ext cx="1288200" cy="452400"/>
          </a:xfrm>
          <a:prstGeom prst="rect">
            <a:avLst/>
          </a:prstGeom>
        </p:spPr>
        <p:txBody>
          <a:bodyPr anchorCtr="0" anchor="b" bIns="0" lIns="0" spcFirstLastPara="1" rIns="0" wrap="square" tIns="0">
            <a:noAutofit/>
          </a:bodyPr>
          <a:lstStyle>
            <a:lvl1pPr lvl="0" algn="ctr">
              <a:lnSpc>
                <a:spcPct val="65000"/>
              </a:lnSpc>
              <a:spcBef>
                <a:spcPts val="0"/>
              </a:spcBef>
              <a:spcAft>
                <a:spcPts val="0"/>
              </a:spcAft>
              <a:buClr>
                <a:schemeClr val="lt1"/>
              </a:buClr>
              <a:buSzPts val="7200"/>
              <a:buFont typeface="Forum"/>
              <a:buNone/>
              <a:defRPr sz="7200"/>
            </a:lvl1pPr>
            <a:lvl2pPr lvl="1">
              <a:spcBef>
                <a:spcPts val="0"/>
              </a:spcBef>
              <a:spcAft>
                <a:spcPts val="0"/>
              </a:spcAft>
              <a:buClr>
                <a:schemeClr val="lt1"/>
              </a:buClr>
              <a:buSzPts val="1400"/>
              <a:buFont typeface="Forum"/>
              <a:buNone/>
              <a:defRPr>
                <a:latin typeface="Forum"/>
                <a:ea typeface="Forum"/>
                <a:cs typeface="Forum"/>
                <a:sym typeface="Forum"/>
              </a:defRPr>
            </a:lvl2pPr>
            <a:lvl3pPr lvl="2">
              <a:spcBef>
                <a:spcPts val="0"/>
              </a:spcBef>
              <a:spcAft>
                <a:spcPts val="0"/>
              </a:spcAft>
              <a:buClr>
                <a:schemeClr val="lt1"/>
              </a:buClr>
              <a:buSzPts val="1400"/>
              <a:buFont typeface="Forum"/>
              <a:buNone/>
              <a:defRPr>
                <a:latin typeface="Forum"/>
                <a:ea typeface="Forum"/>
                <a:cs typeface="Forum"/>
                <a:sym typeface="Forum"/>
              </a:defRPr>
            </a:lvl3pPr>
            <a:lvl4pPr lvl="3">
              <a:spcBef>
                <a:spcPts val="0"/>
              </a:spcBef>
              <a:spcAft>
                <a:spcPts val="0"/>
              </a:spcAft>
              <a:buClr>
                <a:schemeClr val="lt1"/>
              </a:buClr>
              <a:buSzPts val="1400"/>
              <a:buFont typeface="Forum"/>
              <a:buNone/>
              <a:defRPr>
                <a:latin typeface="Forum"/>
                <a:ea typeface="Forum"/>
                <a:cs typeface="Forum"/>
                <a:sym typeface="Forum"/>
              </a:defRPr>
            </a:lvl4pPr>
            <a:lvl5pPr lvl="4">
              <a:spcBef>
                <a:spcPts val="0"/>
              </a:spcBef>
              <a:spcAft>
                <a:spcPts val="0"/>
              </a:spcAft>
              <a:buClr>
                <a:schemeClr val="lt1"/>
              </a:buClr>
              <a:buSzPts val="1400"/>
              <a:buFont typeface="Forum"/>
              <a:buNone/>
              <a:defRPr>
                <a:latin typeface="Forum"/>
                <a:ea typeface="Forum"/>
                <a:cs typeface="Forum"/>
                <a:sym typeface="Forum"/>
              </a:defRPr>
            </a:lvl5pPr>
            <a:lvl6pPr lvl="5">
              <a:spcBef>
                <a:spcPts val="0"/>
              </a:spcBef>
              <a:spcAft>
                <a:spcPts val="0"/>
              </a:spcAft>
              <a:buClr>
                <a:schemeClr val="lt1"/>
              </a:buClr>
              <a:buSzPts val="1400"/>
              <a:buFont typeface="Forum"/>
              <a:buNone/>
              <a:defRPr>
                <a:latin typeface="Forum"/>
                <a:ea typeface="Forum"/>
                <a:cs typeface="Forum"/>
                <a:sym typeface="Forum"/>
              </a:defRPr>
            </a:lvl6pPr>
            <a:lvl7pPr lvl="6">
              <a:spcBef>
                <a:spcPts val="0"/>
              </a:spcBef>
              <a:spcAft>
                <a:spcPts val="0"/>
              </a:spcAft>
              <a:buClr>
                <a:schemeClr val="lt1"/>
              </a:buClr>
              <a:buSzPts val="1400"/>
              <a:buFont typeface="Forum"/>
              <a:buNone/>
              <a:defRPr>
                <a:latin typeface="Forum"/>
                <a:ea typeface="Forum"/>
                <a:cs typeface="Forum"/>
                <a:sym typeface="Forum"/>
              </a:defRPr>
            </a:lvl7pPr>
            <a:lvl8pPr lvl="7">
              <a:spcBef>
                <a:spcPts val="0"/>
              </a:spcBef>
              <a:spcAft>
                <a:spcPts val="0"/>
              </a:spcAft>
              <a:buClr>
                <a:schemeClr val="lt1"/>
              </a:buClr>
              <a:buSzPts val="1400"/>
              <a:buFont typeface="Forum"/>
              <a:buNone/>
              <a:defRPr>
                <a:latin typeface="Forum"/>
                <a:ea typeface="Forum"/>
                <a:cs typeface="Forum"/>
                <a:sym typeface="Forum"/>
              </a:defRPr>
            </a:lvl8pPr>
            <a:lvl9pPr lvl="8">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229" name="Google Shape;229;p25"/>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p:cSld name="CUSTOM_5">
    <p:spTree>
      <p:nvGrpSpPr>
        <p:cNvPr id="230" name="Shape 230"/>
        <p:cNvGrpSpPr/>
        <p:nvPr/>
      </p:nvGrpSpPr>
      <p:grpSpPr>
        <a:xfrm>
          <a:off x="0" y="0"/>
          <a:ext cx="0" cy="0"/>
          <a:chOff x="0" y="0"/>
          <a:chExt cx="0" cy="0"/>
        </a:xfrm>
      </p:grpSpPr>
      <p:sp>
        <p:nvSpPr>
          <p:cNvPr id="231" name="Google Shape;231;p26"/>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
        <p:nvSpPr>
          <p:cNvPr id="232" name="Google Shape;232;p26"/>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233" name="Google Shape;233;p26"/>
          <p:cNvSpPr txBox="1"/>
          <p:nvPr>
            <p:ph idx="2" type="body"/>
          </p:nvPr>
        </p:nvSpPr>
        <p:spPr>
          <a:xfrm>
            <a:off x="232375" y="2557050"/>
            <a:ext cx="2101200" cy="689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234" name="Google Shape;234;p26"/>
          <p:cNvSpPr txBox="1"/>
          <p:nvPr>
            <p:ph idx="3" type="subTitle"/>
          </p:nvPr>
        </p:nvSpPr>
        <p:spPr>
          <a:xfrm>
            <a:off x="233650" y="2062800"/>
            <a:ext cx="2101200" cy="452400"/>
          </a:xfrm>
          <a:prstGeom prst="rect">
            <a:avLst/>
          </a:prstGeom>
        </p:spPr>
        <p:txBody>
          <a:bodyPr anchorCtr="0" anchor="t" bIns="91425" lIns="0" spcFirstLastPara="1" rIns="91425" wrap="square" tIns="0">
            <a:noAutofit/>
          </a:bodyPr>
          <a:lstStyle>
            <a:lvl1pPr lvl="0">
              <a:lnSpc>
                <a:spcPct val="65000"/>
              </a:lnSpc>
              <a:spcBef>
                <a:spcPts val="0"/>
              </a:spcBef>
              <a:spcAft>
                <a:spcPts val="0"/>
              </a:spcAft>
              <a:buClr>
                <a:schemeClr val="lt1"/>
              </a:buClr>
              <a:buSzPts val="1800"/>
              <a:buFont typeface="Forum"/>
              <a:buNone/>
              <a:defRPr/>
            </a:lvl1pPr>
            <a:lvl2pPr lvl="1">
              <a:spcBef>
                <a:spcPts val="0"/>
              </a:spcBef>
              <a:spcAft>
                <a:spcPts val="0"/>
              </a:spcAft>
              <a:buClr>
                <a:schemeClr val="lt1"/>
              </a:buClr>
              <a:buSzPts val="1400"/>
              <a:buFont typeface="Forum"/>
              <a:buNone/>
              <a:defRPr>
                <a:latin typeface="Forum"/>
                <a:ea typeface="Forum"/>
                <a:cs typeface="Forum"/>
                <a:sym typeface="Forum"/>
              </a:defRPr>
            </a:lvl2pPr>
            <a:lvl3pPr lvl="2">
              <a:spcBef>
                <a:spcPts val="0"/>
              </a:spcBef>
              <a:spcAft>
                <a:spcPts val="0"/>
              </a:spcAft>
              <a:buClr>
                <a:schemeClr val="lt1"/>
              </a:buClr>
              <a:buSzPts val="1400"/>
              <a:buFont typeface="Forum"/>
              <a:buNone/>
              <a:defRPr>
                <a:latin typeface="Forum"/>
                <a:ea typeface="Forum"/>
                <a:cs typeface="Forum"/>
                <a:sym typeface="Forum"/>
              </a:defRPr>
            </a:lvl3pPr>
            <a:lvl4pPr lvl="3">
              <a:spcBef>
                <a:spcPts val="0"/>
              </a:spcBef>
              <a:spcAft>
                <a:spcPts val="0"/>
              </a:spcAft>
              <a:buClr>
                <a:schemeClr val="lt1"/>
              </a:buClr>
              <a:buSzPts val="1400"/>
              <a:buFont typeface="Forum"/>
              <a:buNone/>
              <a:defRPr>
                <a:latin typeface="Forum"/>
                <a:ea typeface="Forum"/>
                <a:cs typeface="Forum"/>
                <a:sym typeface="Forum"/>
              </a:defRPr>
            </a:lvl4pPr>
            <a:lvl5pPr lvl="4">
              <a:spcBef>
                <a:spcPts val="0"/>
              </a:spcBef>
              <a:spcAft>
                <a:spcPts val="0"/>
              </a:spcAft>
              <a:buClr>
                <a:schemeClr val="lt1"/>
              </a:buClr>
              <a:buSzPts val="1400"/>
              <a:buFont typeface="Forum"/>
              <a:buNone/>
              <a:defRPr>
                <a:latin typeface="Forum"/>
                <a:ea typeface="Forum"/>
                <a:cs typeface="Forum"/>
                <a:sym typeface="Forum"/>
              </a:defRPr>
            </a:lvl5pPr>
            <a:lvl6pPr lvl="5">
              <a:spcBef>
                <a:spcPts val="0"/>
              </a:spcBef>
              <a:spcAft>
                <a:spcPts val="0"/>
              </a:spcAft>
              <a:buClr>
                <a:schemeClr val="lt1"/>
              </a:buClr>
              <a:buSzPts val="1400"/>
              <a:buFont typeface="Forum"/>
              <a:buNone/>
              <a:defRPr>
                <a:latin typeface="Forum"/>
                <a:ea typeface="Forum"/>
                <a:cs typeface="Forum"/>
                <a:sym typeface="Forum"/>
              </a:defRPr>
            </a:lvl6pPr>
            <a:lvl7pPr lvl="6">
              <a:spcBef>
                <a:spcPts val="0"/>
              </a:spcBef>
              <a:spcAft>
                <a:spcPts val="0"/>
              </a:spcAft>
              <a:buClr>
                <a:schemeClr val="lt1"/>
              </a:buClr>
              <a:buSzPts val="1400"/>
              <a:buFont typeface="Forum"/>
              <a:buNone/>
              <a:defRPr>
                <a:latin typeface="Forum"/>
                <a:ea typeface="Forum"/>
                <a:cs typeface="Forum"/>
                <a:sym typeface="Forum"/>
              </a:defRPr>
            </a:lvl7pPr>
            <a:lvl8pPr lvl="7">
              <a:spcBef>
                <a:spcPts val="0"/>
              </a:spcBef>
              <a:spcAft>
                <a:spcPts val="0"/>
              </a:spcAft>
              <a:buClr>
                <a:schemeClr val="lt1"/>
              </a:buClr>
              <a:buSzPts val="1400"/>
              <a:buFont typeface="Forum"/>
              <a:buNone/>
              <a:defRPr>
                <a:latin typeface="Forum"/>
                <a:ea typeface="Forum"/>
                <a:cs typeface="Forum"/>
                <a:sym typeface="Forum"/>
              </a:defRPr>
            </a:lvl8pPr>
            <a:lvl9pPr lvl="8">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235" name="Google Shape;235;p26"/>
          <p:cNvSpPr txBox="1"/>
          <p:nvPr>
            <p:ph idx="4" type="subTitle"/>
          </p:nvPr>
        </p:nvSpPr>
        <p:spPr>
          <a:xfrm>
            <a:off x="2423700" y="2064300"/>
            <a:ext cx="2101200" cy="452400"/>
          </a:xfrm>
          <a:prstGeom prst="rect">
            <a:avLst/>
          </a:prstGeom>
        </p:spPr>
        <p:txBody>
          <a:bodyPr anchorCtr="0" anchor="t" bIns="91425" lIns="0" spcFirstLastPara="1" rIns="91425" wrap="square" tIns="0">
            <a:noAutofit/>
          </a:bodyPr>
          <a:lstStyle>
            <a:lvl1pPr lvl="0">
              <a:lnSpc>
                <a:spcPct val="65000"/>
              </a:lnSpc>
              <a:spcBef>
                <a:spcPts val="0"/>
              </a:spcBef>
              <a:spcAft>
                <a:spcPts val="0"/>
              </a:spcAft>
              <a:buClr>
                <a:schemeClr val="lt1"/>
              </a:buClr>
              <a:buSzPts val="1800"/>
              <a:buFont typeface="Forum"/>
              <a:buNone/>
              <a:defRPr/>
            </a:lvl1pPr>
            <a:lvl2pPr lvl="1">
              <a:spcBef>
                <a:spcPts val="0"/>
              </a:spcBef>
              <a:spcAft>
                <a:spcPts val="0"/>
              </a:spcAft>
              <a:buClr>
                <a:schemeClr val="lt1"/>
              </a:buClr>
              <a:buSzPts val="1400"/>
              <a:buFont typeface="Forum"/>
              <a:buNone/>
              <a:defRPr>
                <a:latin typeface="Forum"/>
                <a:ea typeface="Forum"/>
                <a:cs typeface="Forum"/>
                <a:sym typeface="Forum"/>
              </a:defRPr>
            </a:lvl2pPr>
            <a:lvl3pPr lvl="2">
              <a:spcBef>
                <a:spcPts val="0"/>
              </a:spcBef>
              <a:spcAft>
                <a:spcPts val="0"/>
              </a:spcAft>
              <a:buClr>
                <a:schemeClr val="lt1"/>
              </a:buClr>
              <a:buSzPts val="1400"/>
              <a:buFont typeface="Forum"/>
              <a:buNone/>
              <a:defRPr>
                <a:latin typeface="Forum"/>
                <a:ea typeface="Forum"/>
                <a:cs typeface="Forum"/>
                <a:sym typeface="Forum"/>
              </a:defRPr>
            </a:lvl3pPr>
            <a:lvl4pPr lvl="3">
              <a:spcBef>
                <a:spcPts val="0"/>
              </a:spcBef>
              <a:spcAft>
                <a:spcPts val="0"/>
              </a:spcAft>
              <a:buClr>
                <a:schemeClr val="lt1"/>
              </a:buClr>
              <a:buSzPts val="1400"/>
              <a:buFont typeface="Forum"/>
              <a:buNone/>
              <a:defRPr>
                <a:latin typeface="Forum"/>
                <a:ea typeface="Forum"/>
                <a:cs typeface="Forum"/>
                <a:sym typeface="Forum"/>
              </a:defRPr>
            </a:lvl4pPr>
            <a:lvl5pPr lvl="4">
              <a:spcBef>
                <a:spcPts val="0"/>
              </a:spcBef>
              <a:spcAft>
                <a:spcPts val="0"/>
              </a:spcAft>
              <a:buClr>
                <a:schemeClr val="lt1"/>
              </a:buClr>
              <a:buSzPts val="1400"/>
              <a:buFont typeface="Forum"/>
              <a:buNone/>
              <a:defRPr>
                <a:latin typeface="Forum"/>
                <a:ea typeface="Forum"/>
                <a:cs typeface="Forum"/>
                <a:sym typeface="Forum"/>
              </a:defRPr>
            </a:lvl5pPr>
            <a:lvl6pPr lvl="5">
              <a:spcBef>
                <a:spcPts val="0"/>
              </a:spcBef>
              <a:spcAft>
                <a:spcPts val="0"/>
              </a:spcAft>
              <a:buClr>
                <a:schemeClr val="lt1"/>
              </a:buClr>
              <a:buSzPts val="1400"/>
              <a:buFont typeface="Forum"/>
              <a:buNone/>
              <a:defRPr>
                <a:latin typeface="Forum"/>
                <a:ea typeface="Forum"/>
                <a:cs typeface="Forum"/>
                <a:sym typeface="Forum"/>
              </a:defRPr>
            </a:lvl6pPr>
            <a:lvl7pPr lvl="6">
              <a:spcBef>
                <a:spcPts val="0"/>
              </a:spcBef>
              <a:spcAft>
                <a:spcPts val="0"/>
              </a:spcAft>
              <a:buClr>
                <a:schemeClr val="lt1"/>
              </a:buClr>
              <a:buSzPts val="1400"/>
              <a:buFont typeface="Forum"/>
              <a:buNone/>
              <a:defRPr>
                <a:latin typeface="Forum"/>
                <a:ea typeface="Forum"/>
                <a:cs typeface="Forum"/>
                <a:sym typeface="Forum"/>
              </a:defRPr>
            </a:lvl7pPr>
            <a:lvl8pPr lvl="7">
              <a:spcBef>
                <a:spcPts val="0"/>
              </a:spcBef>
              <a:spcAft>
                <a:spcPts val="0"/>
              </a:spcAft>
              <a:buClr>
                <a:schemeClr val="lt1"/>
              </a:buClr>
              <a:buSzPts val="1400"/>
              <a:buFont typeface="Forum"/>
              <a:buNone/>
              <a:defRPr>
                <a:latin typeface="Forum"/>
                <a:ea typeface="Forum"/>
                <a:cs typeface="Forum"/>
                <a:sym typeface="Forum"/>
              </a:defRPr>
            </a:lvl8pPr>
            <a:lvl9pPr lvl="8">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236" name="Google Shape;236;p26"/>
          <p:cNvSpPr txBox="1"/>
          <p:nvPr>
            <p:ph idx="5" type="subTitle"/>
          </p:nvPr>
        </p:nvSpPr>
        <p:spPr>
          <a:xfrm>
            <a:off x="4618800" y="2062800"/>
            <a:ext cx="2101200" cy="452400"/>
          </a:xfrm>
          <a:prstGeom prst="rect">
            <a:avLst/>
          </a:prstGeom>
        </p:spPr>
        <p:txBody>
          <a:bodyPr anchorCtr="0" anchor="t" bIns="91425" lIns="0" spcFirstLastPara="1" rIns="91425" wrap="square" tIns="0">
            <a:noAutofit/>
          </a:bodyPr>
          <a:lstStyle>
            <a:lvl1pPr lvl="0">
              <a:lnSpc>
                <a:spcPct val="65000"/>
              </a:lnSpc>
              <a:spcBef>
                <a:spcPts val="0"/>
              </a:spcBef>
              <a:spcAft>
                <a:spcPts val="0"/>
              </a:spcAft>
              <a:buClr>
                <a:schemeClr val="lt1"/>
              </a:buClr>
              <a:buSzPts val="1800"/>
              <a:buFont typeface="Forum"/>
              <a:buNone/>
              <a:defRPr/>
            </a:lvl1pPr>
            <a:lvl2pPr lvl="1">
              <a:spcBef>
                <a:spcPts val="0"/>
              </a:spcBef>
              <a:spcAft>
                <a:spcPts val="0"/>
              </a:spcAft>
              <a:buClr>
                <a:schemeClr val="lt1"/>
              </a:buClr>
              <a:buSzPts val="1400"/>
              <a:buFont typeface="Forum"/>
              <a:buNone/>
              <a:defRPr>
                <a:latin typeface="Forum"/>
                <a:ea typeface="Forum"/>
                <a:cs typeface="Forum"/>
                <a:sym typeface="Forum"/>
              </a:defRPr>
            </a:lvl2pPr>
            <a:lvl3pPr lvl="2">
              <a:spcBef>
                <a:spcPts val="0"/>
              </a:spcBef>
              <a:spcAft>
                <a:spcPts val="0"/>
              </a:spcAft>
              <a:buClr>
                <a:schemeClr val="lt1"/>
              </a:buClr>
              <a:buSzPts val="1400"/>
              <a:buFont typeface="Forum"/>
              <a:buNone/>
              <a:defRPr>
                <a:latin typeface="Forum"/>
                <a:ea typeface="Forum"/>
                <a:cs typeface="Forum"/>
                <a:sym typeface="Forum"/>
              </a:defRPr>
            </a:lvl3pPr>
            <a:lvl4pPr lvl="3">
              <a:spcBef>
                <a:spcPts val="0"/>
              </a:spcBef>
              <a:spcAft>
                <a:spcPts val="0"/>
              </a:spcAft>
              <a:buClr>
                <a:schemeClr val="lt1"/>
              </a:buClr>
              <a:buSzPts val="1400"/>
              <a:buFont typeface="Forum"/>
              <a:buNone/>
              <a:defRPr>
                <a:latin typeface="Forum"/>
                <a:ea typeface="Forum"/>
                <a:cs typeface="Forum"/>
                <a:sym typeface="Forum"/>
              </a:defRPr>
            </a:lvl4pPr>
            <a:lvl5pPr lvl="4">
              <a:spcBef>
                <a:spcPts val="0"/>
              </a:spcBef>
              <a:spcAft>
                <a:spcPts val="0"/>
              </a:spcAft>
              <a:buClr>
                <a:schemeClr val="lt1"/>
              </a:buClr>
              <a:buSzPts val="1400"/>
              <a:buFont typeface="Forum"/>
              <a:buNone/>
              <a:defRPr>
                <a:latin typeface="Forum"/>
                <a:ea typeface="Forum"/>
                <a:cs typeface="Forum"/>
                <a:sym typeface="Forum"/>
              </a:defRPr>
            </a:lvl5pPr>
            <a:lvl6pPr lvl="5">
              <a:spcBef>
                <a:spcPts val="0"/>
              </a:spcBef>
              <a:spcAft>
                <a:spcPts val="0"/>
              </a:spcAft>
              <a:buClr>
                <a:schemeClr val="lt1"/>
              </a:buClr>
              <a:buSzPts val="1400"/>
              <a:buFont typeface="Forum"/>
              <a:buNone/>
              <a:defRPr>
                <a:latin typeface="Forum"/>
                <a:ea typeface="Forum"/>
                <a:cs typeface="Forum"/>
                <a:sym typeface="Forum"/>
              </a:defRPr>
            </a:lvl6pPr>
            <a:lvl7pPr lvl="6">
              <a:spcBef>
                <a:spcPts val="0"/>
              </a:spcBef>
              <a:spcAft>
                <a:spcPts val="0"/>
              </a:spcAft>
              <a:buClr>
                <a:schemeClr val="lt1"/>
              </a:buClr>
              <a:buSzPts val="1400"/>
              <a:buFont typeface="Forum"/>
              <a:buNone/>
              <a:defRPr>
                <a:latin typeface="Forum"/>
                <a:ea typeface="Forum"/>
                <a:cs typeface="Forum"/>
                <a:sym typeface="Forum"/>
              </a:defRPr>
            </a:lvl7pPr>
            <a:lvl8pPr lvl="7">
              <a:spcBef>
                <a:spcPts val="0"/>
              </a:spcBef>
              <a:spcAft>
                <a:spcPts val="0"/>
              </a:spcAft>
              <a:buClr>
                <a:schemeClr val="lt1"/>
              </a:buClr>
              <a:buSzPts val="1400"/>
              <a:buFont typeface="Forum"/>
              <a:buNone/>
              <a:defRPr>
                <a:latin typeface="Forum"/>
                <a:ea typeface="Forum"/>
                <a:cs typeface="Forum"/>
                <a:sym typeface="Forum"/>
              </a:defRPr>
            </a:lvl8pPr>
            <a:lvl9pPr lvl="8">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237" name="Google Shape;237;p26"/>
          <p:cNvSpPr txBox="1"/>
          <p:nvPr>
            <p:ph idx="6" type="subTitle"/>
          </p:nvPr>
        </p:nvSpPr>
        <p:spPr>
          <a:xfrm>
            <a:off x="6813900" y="2062800"/>
            <a:ext cx="2101200" cy="452400"/>
          </a:xfrm>
          <a:prstGeom prst="rect">
            <a:avLst/>
          </a:prstGeom>
        </p:spPr>
        <p:txBody>
          <a:bodyPr anchorCtr="0" anchor="t" bIns="91425" lIns="0" spcFirstLastPara="1" rIns="91425" wrap="square" tIns="0">
            <a:noAutofit/>
          </a:bodyPr>
          <a:lstStyle>
            <a:lvl1pPr lvl="0">
              <a:lnSpc>
                <a:spcPct val="65000"/>
              </a:lnSpc>
              <a:spcBef>
                <a:spcPts val="0"/>
              </a:spcBef>
              <a:spcAft>
                <a:spcPts val="0"/>
              </a:spcAft>
              <a:buClr>
                <a:schemeClr val="lt1"/>
              </a:buClr>
              <a:buSzPts val="1800"/>
              <a:buFont typeface="Forum"/>
              <a:buNone/>
              <a:defRPr/>
            </a:lvl1pPr>
            <a:lvl2pPr lvl="1">
              <a:spcBef>
                <a:spcPts val="0"/>
              </a:spcBef>
              <a:spcAft>
                <a:spcPts val="0"/>
              </a:spcAft>
              <a:buClr>
                <a:schemeClr val="lt1"/>
              </a:buClr>
              <a:buSzPts val="1400"/>
              <a:buFont typeface="Forum"/>
              <a:buNone/>
              <a:defRPr>
                <a:latin typeface="Forum"/>
                <a:ea typeface="Forum"/>
                <a:cs typeface="Forum"/>
                <a:sym typeface="Forum"/>
              </a:defRPr>
            </a:lvl2pPr>
            <a:lvl3pPr lvl="2">
              <a:spcBef>
                <a:spcPts val="0"/>
              </a:spcBef>
              <a:spcAft>
                <a:spcPts val="0"/>
              </a:spcAft>
              <a:buClr>
                <a:schemeClr val="lt1"/>
              </a:buClr>
              <a:buSzPts val="1400"/>
              <a:buFont typeface="Forum"/>
              <a:buNone/>
              <a:defRPr>
                <a:latin typeface="Forum"/>
                <a:ea typeface="Forum"/>
                <a:cs typeface="Forum"/>
                <a:sym typeface="Forum"/>
              </a:defRPr>
            </a:lvl3pPr>
            <a:lvl4pPr lvl="3">
              <a:spcBef>
                <a:spcPts val="0"/>
              </a:spcBef>
              <a:spcAft>
                <a:spcPts val="0"/>
              </a:spcAft>
              <a:buClr>
                <a:schemeClr val="lt1"/>
              </a:buClr>
              <a:buSzPts val="1400"/>
              <a:buFont typeface="Forum"/>
              <a:buNone/>
              <a:defRPr>
                <a:latin typeface="Forum"/>
                <a:ea typeface="Forum"/>
                <a:cs typeface="Forum"/>
                <a:sym typeface="Forum"/>
              </a:defRPr>
            </a:lvl4pPr>
            <a:lvl5pPr lvl="4">
              <a:spcBef>
                <a:spcPts val="0"/>
              </a:spcBef>
              <a:spcAft>
                <a:spcPts val="0"/>
              </a:spcAft>
              <a:buClr>
                <a:schemeClr val="lt1"/>
              </a:buClr>
              <a:buSzPts val="1400"/>
              <a:buFont typeface="Forum"/>
              <a:buNone/>
              <a:defRPr>
                <a:latin typeface="Forum"/>
                <a:ea typeface="Forum"/>
                <a:cs typeface="Forum"/>
                <a:sym typeface="Forum"/>
              </a:defRPr>
            </a:lvl5pPr>
            <a:lvl6pPr lvl="5">
              <a:spcBef>
                <a:spcPts val="0"/>
              </a:spcBef>
              <a:spcAft>
                <a:spcPts val="0"/>
              </a:spcAft>
              <a:buClr>
                <a:schemeClr val="lt1"/>
              </a:buClr>
              <a:buSzPts val="1400"/>
              <a:buFont typeface="Forum"/>
              <a:buNone/>
              <a:defRPr>
                <a:latin typeface="Forum"/>
                <a:ea typeface="Forum"/>
                <a:cs typeface="Forum"/>
                <a:sym typeface="Forum"/>
              </a:defRPr>
            </a:lvl6pPr>
            <a:lvl7pPr lvl="6">
              <a:spcBef>
                <a:spcPts val="0"/>
              </a:spcBef>
              <a:spcAft>
                <a:spcPts val="0"/>
              </a:spcAft>
              <a:buClr>
                <a:schemeClr val="lt1"/>
              </a:buClr>
              <a:buSzPts val="1400"/>
              <a:buFont typeface="Forum"/>
              <a:buNone/>
              <a:defRPr>
                <a:latin typeface="Forum"/>
                <a:ea typeface="Forum"/>
                <a:cs typeface="Forum"/>
                <a:sym typeface="Forum"/>
              </a:defRPr>
            </a:lvl7pPr>
            <a:lvl8pPr lvl="7">
              <a:spcBef>
                <a:spcPts val="0"/>
              </a:spcBef>
              <a:spcAft>
                <a:spcPts val="0"/>
              </a:spcAft>
              <a:buClr>
                <a:schemeClr val="lt1"/>
              </a:buClr>
              <a:buSzPts val="1400"/>
              <a:buFont typeface="Forum"/>
              <a:buNone/>
              <a:defRPr>
                <a:latin typeface="Forum"/>
                <a:ea typeface="Forum"/>
                <a:cs typeface="Forum"/>
                <a:sym typeface="Forum"/>
              </a:defRPr>
            </a:lvl8pPr>
            <a:lvl9pPr lvl="8">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238" name="Google Shape;238;p26"/>
          <p:cNvSpPr txBox="1"/>
          <p:nvPr>
            <p:ph idx="7" type="body"/>
          </p:nvPr>
        </p:nvSpPr>
        <p:spPr>
          <a:xfrm>
            <a:off x="2423850" y="2557050"/>
            <a:ext cx="2101200" cy="689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239" name="Google Shape;239;p26"/>
          <p:cNvSpPr txBox="1"/>
          <p:nvPr>
            <p:ph idx="8" type="body"/>
          </p:nvPr>
        </p:nvSpPr>
        <p:spPr>
          <a:xfrm>
            <a:off x="4615325" y="2553000"/>
            <a:ext cx="2101200" cy="689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240" name="Google Shape;240;p26"/>
          <p:cNvSpPr txBox="1"/>
          <p:nvPr>
            <p:ph idx="9" type="body"/>
          </p:nvPr>
        </p:nvSpPr>
        <p:spPr>
          <a:xfrm>
            <a:off x="6806800" y="2553000"/>
            <a:ext cx="2101200" cy="689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241" name="Google Shape;241;p26"/>
          <p:cNvSpPr txBox="1"/>
          <p:nvPr>
            <p:ph idx="13" type="subTitle"/>
          </p:nvPr>
        </p:nvSpPr>
        <p:spPr>
          <a:xfrm>
            <a:off x="433925" y="3625550"/>
            <a:ext cx="1896000" cy="117300"/>
          </a:xfrm>
          <a:prstGeom prst="rect">
            <a:avLst/>
          </a:prstGeom>
        </p:spPr>
        <p:txBody>
          <a:bodyPr anchorCtr="0" anchor="t" bIns="91425" lIns="0" spcFirstLastPara="1" rIns="91425" wrap="square" tIns="0">
            <a:spAutoFit/>
          </a:bodyPr>
          <a:lstStyle>
            <a:lvl1pPr lvl="0">
              <a:lnSpc>
                <a:spcPct val="65000"/>
              </a:lnSpc>
              <a:spcBef>
                <a:spcPts val="0"/>
              </a:spcBef>
              <a:spcAft>
                <a:spcPts val="0"/>
              </a:spcAft>
              <a:buClr>
                <a:schemeClr val="lt1"/>
              </a:buClr>
              <a:buSzPts val="1200"/>
              <a:buFont typeface="Forum"/>
              <a:buNone/>
              <a:defRPr sz="1200"/>
            </a:lvl1pPr>
            <a:lvl2pPr lvl="1">
              <a:spcBef>
                <a:spcPts val="0"/>
              </a:spcBef>
              <a:spcAft>
                <a:spcPts val="0"/>
              </a:spcAft>
              <a:buClr>
                <a:schemeClr val="lt1"/>
              </a:buClr>
              <a:buSzPts val="1200"/>
              <a:buFont typeface="Forum"/>
              <a:buNone/>
              <a:defRPr sz="1200">
                <a:latin typeface="Forum"/>
                <a:ea typeface="Forum"/>
                <a:cs typeface="Forum"/>
                <a:sym typeface="Forum"/>
              </a:defRPr>
            </a:lvl2pPr>
            <a:lvl3pPr lvl="2">
              <a:spcBef>
                <a:spcPts val="0"/>
              </a:spcBef>
              <a:spcAft>
                <a:spcPts val="0"/>
              </a:spcAft>
              <a:buClr>
                <a:schemeClr val="lt1"/>
              </a:buClr>
              <a:buSzPts val="1200"/>
              <a:buFont typeface="Forum"/>
              <a:buNone/>
              <a:defRPr sz="1200">
                <a:latin typeface="Forum"/>
                <a:ea typeface="Forum"/>
                <a:cs typeface="Forum"/>
                <a:sym typeface="Forum"/>
              </a:defRPr>
            </a:lvl3pPr>
            <a:lvl4pPr lvl="3">
              <a:spcBef>
                <a:spcPts val="0"/>
              </a:spcBef>
              <a:spcAft>
                <a:spcPts val="0"/>
              </a:spcAft>
              <a:buClr>
                <a:schemeClr val="lt1"/>
              </a:buClr>
              <a:buSzPts val="1200"/>
              <a:buFont typeface="Forum"/>
              <a:buNone/>
              <a:defRPr sz="1200">
                <a:latin typeface="Forum"/>
                <a:ea typeface="Forum"/>
                <a:cs typeface="Forum"/>
                <a:sym typeface="Forum"/>
              </a:defRPr>
            </a:lvl4pPr>
            <a:lvl5pPr lvl="4">
              <a:spcBef>
                <a:spcPts val="0"/>
              </a:spcBef>
              <a:spcAft>
                <a:spcPts val="0"/>
              </a:spcAft>
              <a:buClr>
                <a:schemeClr val="lt1"/>
              </a:buClr>
              <a:buSzPts val="1200"/>
              <a:buFont typeface="Forum"/>
              <a:buNone/>
              <a:defRPr sz="1200">
                <a:latin typeface="Forum"/>
                <a:ea typeface="Forum"/>
                <a:cs typeface="Forum"/>
                <a:sym typeface="Forum"/>
              </a:defRPr>
            </a:lvl5pPr>
            <a:lvl6pPr lvl="5">
              <a:spcBef>
                <a:spcPts val="0"/>
              </a:spcBef>
              <a:spcAft>
                <a:spcPts val="0"/>
              </a:spcAft>
              <a:buClr>
                <a:schemeClr val="lt1"/>
              </a:buClr>
              <a:buSzPts val="1200"/>
              <a:buFont typeface="Forum"/>
              <a:buNone/>
              <a:defRPr sz="1200">
                <a:latin typeface="Forum"/>
                <a:ea typeface="Forum"/>
                <a:cs typeface="Forum"/>
                <a:sym typeface="Forum"/>
              </a:defRPr>
            </a:lvl6pPr>
            <a:lvl7pPr lvl="6">
              <a:spcBef>
                <a:spcPts val="0"/>
              </a:spcBef>
              <a:spcAft>
                <a:spcPts val="0"/>
              </a:spcAft>
              <a:buClr>
                <a:schemeClr val="lt1"/>
              </a:buClr>
              <a:buSzPts val="1200"/>
              <a:buFont typeface="Forum"/>
              <a:buNone/>
              <a:defRPr sz="1200">
                <a:latin typeface="Forum"/>
                <a:ea typeface="Forum"/>
                <a:cs typeface="Forum"/>
                <a:sym typeface="Forum"/>
              </a:defRPr>
            </a:lvl7pPr>
            <a:lvl8pPr lvl="7">
              <a:spcBef>
                <a:spcPts val="0"/>
              </a:spcBef>
              <a:spcAft>
                <a:spcPts val="0"/>
              </a:spcAft>
              <a:buClr>
                <a:schemeClr val="lt1"/>
              </a:buClr>
              <a:buSzPts val="1200"/>
              <a:buFont typeface="Forum"/>
              <a:buNone/>
              <a:defRPr sz="1200">
                <a:latin typeface="Forum"/>
                <a:ea typeface="Forum"/>
                <a:cs typeface="Forum"/>
                <a:sym typeface="Forum"/>
              </a:defRPr>
            </a:lvl8pPr>
            <a:lvl9pPr lvl="8">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242" name="Google Shape;242;p26"/>
          <p:cNvSpPr txBox="1"/>
          <p:nvPr>
            <p:ph idx="14" type="subTitle"/>
          </p:nvPr>
        </p:nvSpPr>
        <p:spPr>
          <a:xfrm>
            <a:off x="433925" y="4046153"/>
            <a:ext cx="1896000" cy="117300"/>
          </a:xfrm>
          <a:prstGeom prst="rect">
            <a:avLst/>
          </a:prstGeom>
        </p:spPr>
        <p:txBody>
          <a:bodyPr anchorCtr="0" anchor="t" bIns="91425" lIns="0" spcFirstLastPara="1" rIns="91425" wrap="square" tIns="0">
            <a:spAutoFit/>
          </a:bodyPr>
          <a:lstStyle>
            <a:lvl1pPr lvl="0">
              <a:lnSpc>
                <a:spcPct val="65000"/>
              </a:lnSpc>
              <a:spcBef>
                <a:spcPts val="0"/>
              </a:spcBef>
              <a:spcAft>
                <a:spcPts val="0"/>
              </a:spcAft>
              <a:buClr>
                <a:schemeClr val="lt1"/>
              </a:buClr>
              <a:buSzPts val="1200"/>
              <a:buFont typeface="Forum"/>
              <a:buNone/>
              <a:defRPr sz="1200"/>
            </a:lvl1pPr>
            <a:lvl2pPr lvl="1">
              <a:spcBef>
                <a:spcPts val="0"/>
              </a:spcBef>
              <a:spcAft>
                <a:spcPts val="0"/>
              </a:spcAft>
              <a:buClr>
                <a:schemeClr val="lt1"/>
              </a:buClr>
              <a:buSzPts val="1200"/>
              <a:buFont typeface="Forum"/>
              <a:buNone/>
              <a:defRPr sz="1200">
                <a:latin typeface="Forum"/>
                <a:ea typeface="Forum"/>
                <a:cs typeface="Forum"/>
                <a:sym typeface="Forum"/>
              </a:defRPr>
            </a:lvl2pPr>
            <a:lvl3pPr lvl="2">
              <a:spcBef>
                <a:spcPts val="0"/>
              </a:spcBef>
              <a:spcAft>
                <a:spcPts val="0"/>
              </a:spcAft>
              <a:buClr>
                <a:schemeClr val="lt1"/>
              </a:buClr>
              <a:buSzPts val="1200"/>
              <a:buFont typeface="Forum"/>
              <a:buNone/>
              <a:defRPr sz="1200">
                <a:latin typeface="Forum"/>
                <a:ea typeface="Forum"/>
                <a:cs typeface="Forum"/>
                <a:sym typeface="Forum"/>
              </a:defRPr>
            </a:lvl3pPr>
            <a:lvl4pPr lvl="3">
              <a:spcBef>
                <a:spcPts val="0"/>
              </a:spcBef>
              <a:spcAft>
                <a:spcPts val="0"/>
              </a:spcAft>
              <a:buClr>
                <a:schemeClr val="lt1"/>
              </a:buClr>
              <a:buSzPts val="1200"/>
              <a:buFont typeface="Forum"/>
              <a:buNone/>
              <a:defRPr sz="1200">
                <a:latin typeface="Forum"/>
                <a:ea typeface="Forum"/>
                <a:cs typeface="Forum"/>
                <a:sym typeface="Forum"/>
              </a:defRPr>
            </a:lvl4pPr>
            <a:lvl5pPr lvl="4">
              <a:spcBef>
                <a:spcPts val="0"/>
              </a:spcBef>
              <a:spcAft>
                <a:spcPts val="0"/>
              </a:spcAft>
              <a:buClr>
                <a:schemeClr val="lt1"/>
              </a:buClr>
              <a:buSzPts val="1200"/>
              <a:buFont typeface="Forum"/>
              <a:buNone/>
              <a:defRPr sz="1200">
                <a:latin typeface="Forum"/>
                <a:ea typeface="Forum"/>
                <a:cs typeface="Forum"/>
                <a:sym typeface="Forum"/>
              </a:defRPr>
            </a:lvl5pPr>
            <a:lvl6pPr lvl="5">
              <a:spcBef>
                <a:spcPts val="0"/>
              </a:spcBef>
              <a:spcAft>
                <a:spcPts val="0"/>
              </a:spcAft>
              <a:buClr>
                <a:schemeClr val="lt1"/>
              </a:buClr>
              <a:buSzPts val="1200"/>
              <a:buFont typeface="Forum"/>
              <a:buNone/>
              <a:defRPr sz="1200">
                <a:latin typeface="Forum"/>
                <a:ea typeface="Forum"/>
                <a:cs typeface="Forum"/>
                <a:sym typeface="Forum"/>
              </a:defRPr>
            </a:lvl6pPr>
            <a:lvl7pPr lvl="6">
              <a:spcBef>
                <a:spcPts val="0"/>
              </a:spcBef>
              <a:spcAft>
                <a:spcPts val="0"/>
              </a:spcAft>
              <a:buClr>
                <a:schemeClr val="lt1"/>
              </a:buClr>
              <a:buSzPts val="1200"/>
              <a:buFont typeface="Forum"/>
              <a:buNone/>
              <a:defRPr sz="1200">
                <a:latin typeface="Forum"/>
                <a:ea typeface="Forum"/>
                <a:cs typeface="Forum"/>
                <a:sym typeface="Forum"/>
              </a:defRPr>
            </a:lvl7pPr>
            <a:lvl8pPr lvl="7">
              <a:spcBef>
                <a:spcPts val="0"/>
              </a:spcBef>
              <a:spcAft>
                <a:spcPts val="0"/>
              </a:spcAft>
              <a:buClr>
                <a:schemeClr val="lt1"/>
              </a:buClr>
              <a:buSzPts val="1200"/>
              <a:buFont typeface="Forum"/>
              <a:buNone/>
              <a:defRPr sz="1200">
                <a:latin typeface="Forum"/>
                <a:ea typeface="Forum"/>
                <a:cs typeface="Forum"/>
                <a:sym typeface="Forum"/>
              </a:defRPr>
            </a:lvl8pPr>
            <a:lvl9pPr lvl="8">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243" name="Google Shape;243;p26"/>
          <p:cNvSpPr txBox="1"/>
          <p:nvPr>
            <p:ph idx="15" type="subTitle"/>
          </p:nvPr>
        </p:nvSpPr>
        <p:spPr>
          <a:xfrm>
            <a:off x="433925" y="4464013"/>
            <a:ext cx="1896000" cy="117300"/>
          </a:xfrm>
          <a:prstGeom prst="rect">
            <a:avLst/>
          </a:prstGeom>
        </p:spPr>
        <p:txBody>
          <a:bodyPr anchorCtr="0" anchor="t" bIns="91425" lIns="0" spcFirstLastPara="1" rIns="91425" wrap="square" tIns="0">
            <a:spAutoFit/>
          </a:bodyPr>
          <a:lstStyle>
            <a:lvl1pPr lvl="0">
              <a:lnSpc>
                <a:spcPct val="65000"/>
              </a:lnSpc>
              <a:spcBef>
                <a:spcPts val="0"/>
              </a:spcBef>
              <a:spcAft>
                <a:spcPts val="0"/>
              </a:spcAft>
              <a:buClr>
                <a:schemeClr val="lt1"/>
              </a:buClr>
              <a:buSzPts val="1200"/>
              <a:buFont typeface="Forum"/>
              <a:buNone/>
              <a:defRPr sz="1200"/>
            </a:lvl1pPr>
            <a:lvl2pPr lvl="1">
              <a:spcBef>
                <a:spcPts val="0"/>
              </a:spcBef>
              <a:spcAft>
                <a:spcPts val="0"/>
              </a:spcAft>
              <a:buClr>
                <a:schemeClr val="lt1"/>
              </a:buClr>
              <a:buSzPts val="1200"/>
              <a:buFont typeface="Forum"/>
              <a:buNone/>
              <a:defRPr sz="1200">
                <a:latin typeface="Forum"/>
                <a:ea typeface="Forum"/>
                <a:cs typeface="Forum"/>
                <a:sym typeface="Forum"/>
              </a:defRPr>
            </a:lvl2pPr>
            <a:lvl3pPr lvl="2">
              <a:spcBef>
                <a:spcPts val="0"/>
              </a:spcBef>
              <a:spcAft>
                <a:spcPts val="0"/>
              </a:spcAft>
              <a:buClr>
                <a:schemeClr val="lt1"/>
              </a:buClr>
              <a:buSzPts val="1200"/>
              <a:buFont typeface="Forum"/>
              <a:buNone/>
              <a:defRPr sz="1200">
                <a:latin typeface="Forum"/>
                <a:ea typeface="Forum"/>
                <a:cs typeface="Forum"/>
                <a:sym typeface="Forum"/>
              </a:defRPr>
            </a:lvl3pPr>
            <a:lvl4pPr lvl="3">
              <a:spcBef>
                <a:spcPts val="0"/>
              </a:spcBef>
              <a:spcAft>
                <a:spcPts val="0"/>
              </a:spcAft>
              <a:buClr>
                <a:schemeClr val="lt1"/>
              </a:buClr>
              <a:buSzPts val="1200"/>
              <a:buFont typeface="Forum"/>
              <a:buNone/>
              <a:defRPr sz="1200">
                <a:latin typeface="Forum"/>
                <a:ea typeface="Forum"/>
                <a:cs typeface="Forum"/>
                <a:sym typeface="Forum"/>
              </a:defRPr>
            </a:lvl4pPr>
            <a:lvl5pPr lvl="4">
              <a:spcBef>
                <a:spcPts val="0"/>
              </a:spcBef>
              <a:spcAft>
                <a:spcPts val="0"/>
              </a:spcAft>
              <a:buClr>
                <a:schemeClr val="lt1"/>
              </a:buClr>
              <a:buSzPts val="1200"/>
              <a:buFont typeface="Forum"/>
              <a:buNone/>
              <a:defRPr sz="1200">
                <a:latin typeface="Forum"/>
                <a:ea typeface="Forum"/>
                <a:cs typeface="Forum"/>
                <a:sym typeface="Forum"/>
              </a:defRPr>
            </a:lvl5pPr>
            <a:lvl6pPr lvl="5">
              <a:spcBef>
                <a:spcPts val="0"/>
              </a:spcBef>
              <a:spcAft>
                <a:spcPts val="0"/>
              </a:spcAft>
              <a:buClr>
                <a:schemeClr val="lt1"/>
              </a:buClr>
              <a:buSzPts val="1200"/>
              <a:buFont typeface="Forum"/>
              <a:buNone/>
              <a:defRPr sz="1200">
                <a:latin typeface="Forum"/>
                <a:ea typeface="Forum"/>
                <a:cs typeface="Forum"/>
                <a:sym typeface="Forum"/>
              </a:defRPr>
            </a:lvl6pPr>
            <a:lvl7pPr lvl="6">
              <a:spcBef>
                <a:spcPts val="0"/>
              </a:spcBef>
              <a:spcAft>
                <a:spcPts val="0"/>
              </a:spcAft>
              <a:buClr>
                <a:schemeClr val="lt1"/>
              </a:buClr>
              <a:buSzPts val="1200"/>
              <a:buFont typeface="Forum"/>
              <a:buNone/>
              <a:defRPr sz="1200">
                <a:latin typeface="Forum"/>
                <a:ea typeface="Forum"/>
                <a:cs typeface="Forum"/>
                <a:sym typeface="Forum"/>
              </a:defRPr>
            </a:lvl7pPr>
            <a:lvl8pPr lvl="7">
              <a:spcBef>
                <a:spcPts val="0"/>
              </a:spcBef>
              <a:spcAft>
                <a:spcPts val="0"/>
              </a:spcAft>
              <a:buClr>
                <a:schemeClr val="lt1"/>
              </a:buClr>
              <a:buSzPts val="1200"/>
              <a:buFont typeface="Forum"/>
              <a:buNone/>
              <a:defRPr sz="1200">
                <a:latin typeface="Forum"/>
                <a:ea typeface="Forum"/>
                <a:cs typeface="Forum"/>
                <a:sym typeface="Forum"/>
              </a:defRPr>
            </a:lvl8pPr>
            <a:lvl9pPr lvl="8">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244" name="Google Shape;244;p26"/>
          <p:cNvSpPr txBox="1"/>
          <p:nvPr>
            <p:ph idx="16" type="subTitle"/>
          </p:nvPr>
        </p:nvSpPr>
        <p:spPr>
          <a:xfrm>
            <a:off x="2629113" y="3625550"/>
            <a:ext cx="1896000" cy="117300"/>
          </a:xfrm>
          <a:prstGeom prst="rect">
            <a:avLst/>
          </a:prstGeom>
        </p:spPr>
        <p:txBody>
          <a:bodyPr anchorCtr="0" anchor="t" bIns="91425" lIns="0" spcFirstLastPara="1" rIns="91425" wrap="square" tIns="0">
            <a:spAutoFit/>
          </a:bodyPr>
          <a:lstStyle>
            <a:lvl1pPr lvl="0">
              <a:lnSpc>
                <a:spcPct val="65000"/>
              </a:lnSpc>
              <a:spcBef>
                <a:spcPts val="0"/>
              </a:spcBef>
              <a:spcAft>
                <a:spcPts val="0"/>
              </a:spcAft>
              <a:buClr>
                <a:schemeClr val="lt1"/>
              </a:buClr>
              <a:buSzPts val="1200"/>
              <a:buFont typeface="Forum"/>
              <a:buNone/>
              <a:defRPr sz="1200"/>
            </a:lvl1pPr>
            <a:lvl2pPr lvl="1">
              <a:spcBef>
                <a:spcPts val="0"/>
              </a:spcBef>
              <a:spcAft>
                <a:spcPts val="0"/>
              </a:spcAft>
              <a:buClr>
                <a:schemeClr val="lt1"/>
              </a:buClr>
              <a:buSzPts val="1200"/>
              <a:buFont typeface="Forum"/>
              <a:buNone/>
              <a:defRPr sz="1200">
                <a:latin typeface="Forum"/>
                <a:ea typeface="Forum"/>
                <a:cs typeface="Forum"/>
                <a:sym typeface="Forum"/>
              </a:defRPr>
            </a:lvl2pPr>
            <a:lvl3pPr lvl="2">
              <a:spcBef>
                <a:spcPts val="0"/>
              </a:spcBef>
              <a:spcAft>
                <a:spcPts val="0"/>
              </a:spcAft>
              <a:buClr>
                <a:schemeClr val="lt1"/>
              </a:buClr>
              <a:buSzPts val="1200"/>
              <a:buFont typeface="Forum"/>
              <a:buNone/>
              <a:defRPr sz="1200">
                <a:latin typeface="Forum"/>
                <a:ea typeface="Forum"/>
                <a:cs typeface="Forum"/>
                <a:sym typeface="Forum"/>
              </a:defRPr>
            </a:lvl3pPr>
            <a:lvl4pPr lvl="3">
              <a:spcBef>
                <a:spcPts val="0"/>
              </a:spcBef>
              <a:spcAft>
                <a:spcPts val="0"/>
              </a:spcAft>
              <a:buClr>
                <a:schemeClr val="lt1"/>
              </a:buClr>
              <a:buSzPts val="1200"/>
              <a:buFont typeface="Forum"/>
              <a:buNone/>
              <a:defRPr sz="1200">
                <a:latin typeface="Forum"/>
                <a:ea typeface="Forum"/>
                <a:cs typeface="Forum"/>
                <a:sym typeface="Forum"/>
              </a:defRPr>
            </a:lvl4pPr>
            <a:lvl5pPr lvl="4">
              <a:spcBef>
                <a:spcPts val="0"/>
              </a:spcBef>
              <a:spcAft>
                <a:spcPts val="0"/>
              </a:spcAft>
              <a:buClr>
                <a:schemeClr val="lt1"/>
              </a:buClr>
              <a:buSzPts val="1200"/>
              <a:buFont typeface="Forum"/>
              <a:buNone/>
              <a:defRPr sz="1200">
                <a:latin typeface="Forum"/>
                <a:ea typeface="Forum"/>
                <a:cs typeface="Forum"/>
                <a:sym typeface="Forum"/>
              </a:defRPr>
            </a:lvl5pPr>
            <a:lvl6pPr lvl="5">
              <a:spcBef>
                <a:spcPts val="0"/>
              </a:spcBef>
              <a:spcAft>
                <a:spcPts val="0"/>
              </a:spcAft>
              <a:buClr>
                <a:schemeClr val="lt1"/>
              </a:buClr>
              <a:buSzPts val="1200"/>
              <a:buFont typeface="Forum"/>
              <a:buNone/>
              <a:defRPr sz="1200">
                <a:latin typeface="Forum"/>
                <a:ea typeface="Forum"/>
                <a:cs typeface="Forum"/>
                <a:sym typeface="Forum"/>
              </a:defRPr>
            </a:lvl6pPr>
            <a:lvl7pPr lvl="6">
              <a:spcBef>
                <a:spcPts val="0"/>
              </a:spcBef>
              <a:spcAft>
                <a:spcPts val="0"/>
              </a:spcAft>
              <a:buClr>
                <a:schemeClr val="lt1"/>
              </a:buClr>
              <a:buSzPts val="1200"/>
              <a:buFont typeface="Forum"/>
              <a:buNone/>
              <a:defRPr sz="1200">
                <a:latin typeface="Forum"/>
                <a:ea typeface="Forum"/>
                <a:cs typeface="Forum"/>
                <a:sym typeface="Forum"/>
              </a:defRPr>
            </a:lvl7pPr>
            <a:lvl8pPr lvl="7">
              <a:spcBef>
                <a:spcPts val="0"/>
              </a:spcBef>
              <a:spcAft>
                <a:spcPts val="0"/>
              </a:spcAft>
              <a:buClr>
                <a:schemeClr val="lt1"/>
              </a:buClr>
              <a:buSzPts val="1200"/>
              <a:buFont typeface="Forum"/>
              <a:buNone/>
              <a:defRPr sz="1200">
                <a:latin typeface="Forum"/>
                <a:ea typeface="Forum"/>
                <a:cs typeface="Forum"/>
                <a:sym typeface="Forum"/>
              </a:defRPr>
            </a:lvl8pPr>
            <a:lvl9pPr lvl="8">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245" name="Google Shape;245;p26"/>
          <p:cNvSpPr txBox="1"/>
          <p:nvPr>
            <p:ph idx="17" type="subTitle"/>
          </p:nvPr>
        </p:nvSpPr>
        <p:spPr>
          <a:xfrm>
            <a:off x="2629113" y="4046153"/>
            <a:ext cx="1896000" cy="117300"/>
          </a:xfrm>
          <a:prstGeom prst="rect">
            <a:avLst/>
          </a:prstGeom>
        </p:spPr>
        <p:txBody>
          <a:bodyPr anchorCtr="0" anchor="t" bIns="91425" lIns="0" spcFirstLastPara="1" rIns="91425" wrap="square" tIns="0">
            <a:spAutoFit/>
          </a:bodyPr>
          <a:lstStyle>
            <a:lvl1pPr lvl="0">
              <a:lnSpc>
                <a:spcPct val="65000"/>
              </a:lnSpc>
              <a:spcBef>
                <a:spcPts val="0"/>
              </a:spcBef>
              <a:spcAft>
                <a:spcPts val="0"/>
              </a:spcAft>
              <a:buClr>
                <a:schemeClr val="lt1"/>
              </a:buClr>
              <a:buSzPts val="1200"/>
              <a:buFont typeface="Forum"/>
              <a:buNone/>
              <a:defRPr sz="1200"/>
            </a:lvl1pPr>
            <a:lvl2pPr lvl="1">
              <a:spcBef>
                <a:spcPts val="0"/>
              </a:spcBef>
              <a:spcAft>
                <a:spcPts val="0"/>
              </a:spcAft>
              <a:buClr>
                <a:schemeClr val="lt1"/>
              </a:buClr>
              <a:buSzPts val="1200"/>
              <a:buFont typeface="Forum"/>
              <a:buNone/>
              <a:defRPr sz="1200">
                <a:latin typeface="Forum"/>
                <a:ea typeface="Forum"/>
                <a:cs typeface="Forum"/>
                <a:sym typeface="Forum"/>
              </a:defRPr>
            </a:lvl2pPr>
            <a:lvl3pPr lvl="2">
              <a:spcBef>
                <a:spcPts val="0"/>
              </a:spcBef>
              <a:spcAft>
                <a:spcPts val="0"/>
              </a:spcAft>
              <a:buClr>
                <a:schemeClr val="lt1"/>
              </a:buClr>
              <a:buSzPts val="1200"/>
              <a:buFont typeface="Forum"/>
              <a:buNone/>
              <a:defRPr sz="1200">
                <a:latin typeface="Forum"/>
                <a:ea typeface="Forum"/>
                <a:cs typeface="Forum"/>
                <a:sym typeface="Forum"/>
              </a:defRPr>
            </a:lvl3pPr>
            <a:lvl4pPr lvl="3">
              <a:spcBef>
                <a:spcPts val="0"/>
              </a:spcBef>
              <a:spcAft>
                <a:spcPts val="0"/>
              </a:spcAft>
              <a:buClr>
                <a:schemeClr val="lt1"/>
              </a:buClr>
              <a:buSzPts val="1200"/>
              <a:buFont typeface="Forum"/>
              <a:buNone/>
              <a:defRPr sz="1200">
                <a:latin typeface="Forum"/>
                <a:ea typeface="Forum"/>
                <a:cs typeface="Forum"/>
                <a:sym typeface="Forum"/>
              </a:defRPr>
            </a:lvl4pPr>
            <a:lvl5pPr lvl="4">
              <a:spcBef>
                <a:spcPts val="0"/>
              </a:spcBef>
              <a:spcAft>
                <a:spcPts val="0"/>
              </a:spcAft>
              <a:buClr>
                <a:schemeClr val="lt1"/>
              </a:buClr>
              <a:buSzPts val="1200"/>
              <a:buFont typeface="Forum"/>
              <a:buNone/>
              <a:defRPr sz="1200">
                <a:latin typeface="Forum"/>
                <a:ea typeface="Forum"/>
                <a:cs typeface="Forum"/>
                <a:sym typeface="Forum"/>
              </a:defRPr>
            </a:lvl5pPr>
            <a:lvl6pPr lvl="5">
              <a:spcBef>
                <a:spcPts val="0"/>
              </a:spcBef>
              <a:spcAft>
                <a:spcPts val="0"/>
              </a:spcAft>
              <a:buClr>
                <a:schemeClr val="lt1"/>
              </a:buClr>
              <a:buSzPts val="1200"/>
              <a:buFont typeface="Forum"/>
              <a:buNone/>
              <a:defRPr sz="1200">
                <a:latin typeface="Forum"/>
                <a:ea typeface="Forum"/>
                <a:cs typeface="Forum"/>
                <a:sym typeface="Forum"/>
              </a:defRPr>
            </a:lvl6pPr>
            <a:lvl7pPr lvl="6">
              <a:spcBef>
                <a:spcPts val="0"/>
              </a:spcBef>
              <a:spcAft>
                <a:spcPts val="0"/>
              </a:spcAft>
              <a:buClr>
                <a:schemeClr val="lt1"/>
              </a:buClr>
              <a:buSzPts val="1200"/>
              <a:buFont typeface="Forum"/>
              <a:buNone/>
              <a:defRPr sz="1200">
                <a:latin typeface="Forum"/>
                <a:ea typeface="Forum"/>
                <a:cs typeface="Forum"/>
                <a:sym typeface="Forum"/>
              </a:defRPr>
            </a:lvl7pPr>
            <a:lvl8pPr lvl="7">
              <a:spcBef>
                <a:spcPts val="0"/>
              </a:spcBef>
              <a:spcAft>
                <a:spcPts val="0"/>
              </a:spcAft>
              <a:buClr>
                <a:schemeClr val="lt1"/>
              </a:buClr>
              <a:buSzPts val="1200"/>
              <a:buFont typeface="Forum"/>
              <a:buNone/>
              <a:defRPr sz="1200">
                <a:latin typeface="Forum"/>
                <a:ea typeface="Forum"/>
                <a:cs typeface="Forum"/>
                <a:sym typeface="Forum"/>
              </a:defRPr>
            </a:lvl8pPr>
            <a:lvl9pPr lvl="8">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246" name="Google Shape;246;p26"/>
          <p:cNvSpPr txBox="1"/>
          <p:nvPr>
            <p:ph idx="18" type="subTitle"/>
          </p:nvPr>
        </p:nvSpPr>
        <p:spPr>
          <a:xfrm>
            <a:off x="2629113" y="4464013"/>
            <a:ext cx="1896000" cy="117300"/>
          </a:xfrm>
          <a:prstGeom prst="rect">
            <a:avLst/>
          </a:prstGeom>
        </p:spPr>
        <p:txBody>
          <a:bodyPr anchorCtr="0" anchor="t" bIns="91425" lIns="0" spcFirstLastPara="1" rIns="91425" wrap="square" tIns="0">
            <a:spAutoFit/>
          </a:bodyPr>
          <a:lstStyle>
            <a:lvl1pPr lvl="0">
              <a:lnSpc>
                <a:spcPct val="65000"/>
              </a:lnSpc>
              <a:spcBef>
                <a:spcPts val="0"/>
              </a:spcBef>
              <a:spcAft>
                <a:spcPts val="0"/>
              </a:spcAft>
              <a:buClr>
                <a:schemeClr val="lt1"/>
              </a:buClr>
              <a:buSzPts val="1200"/>
              <a:buFont typeface="Forum"/>
              <a:buNone/>
              <a:defRPr sz="1200"/>
            </a:lvl1pPr>
            <a:lvl2pPr lvl="1">
              <a:spcBef>
                <a:spcPts val="0"/>
              </a:spcBef>
              <a:spcAft>
                <a:spcPts val="0"/>
              </a:spcAft>
              <a:buClr>
                <a:schemeClr val="lt1"/>
              </a:buClr>
              <a:buSzPts val="1200"/>
              <a:buFont typeface="Forum"/>
              <a:buNone/>
              <a:defRPr sz="1200">
                <a:latin typeface="Forum"/>
                <a:ea typeface="Forum"/>
                <a:cs typeface="Forum"/>
                <a:sym typeface="Forum"/>
              </a:defRPr>
            </a:lvl2pPr>
            <a:lvl3pPr lvl="2">
              <a:spcBef>
                <a:spcPts val="0"/>
              </a:spcBef>
              <a:spcAft>
                <a:spcPts val="0"/>
              </a:spcAft>
              <a:buClr>
                <a:schemeClr val="lt1"/>
              </a:buClr>
              <a:buSzPts val="1200"/>
              <a:buFont typeface="Forum"/>
              <a:buNone/>
              <a:defRPr sz="1200">
                <a:latin typeface="Forum"/>
                <a:ea typeface="Forum"/>
                <a:cs typeface="Forum"/>
                <a:sym typeface="Forum"/>
              </a:defRPr>
            </a:lvl3pPr>
            <a:lvl4pPr lvl="3">
              <a:spcBef>
                <a:spcPts val="0"/>
              </a:spcBef>
              <a:spcAft>
                <a:spcPts val="0"/>
              </a:spcAft>
              <a:buClr>
                <a:schemeClr val="lt1"/>
              </a:buClr>
              <a:buSzPts val="1200"/>
              <a:buFont typeface="Forum"/>
              <a:buNone/>
              <a:defRPr sz="1200">
                <a:latin typeface="Forum"/>
                <a:ea typeface="Forum"/>
                <a:cs typeface="Forum"/>
                <a:sym typeface="Forum"/>
              </a:defRPr>
            </a:lvl4pPr>
            <a:lvl5pPr lvl="4">
              <a:spcBef>
                <a:spcPts val="0"/>
              </a:spcBef>
              <a:spcAft>
                <a:spcPts val="0"/>
              </a:spcAft>
              <a:buClr>
                <a:schemeClr val="lt1"/>
              </a:buClr>
              <a:buSzPts val="1200"/>
              <a:buFont typeface="Forum"/>
              <a:buNone/>
              <a:defRPr sz="1200">
                <a:latin typeface="Forum"/>
                <a:ea typeface="Forum"/>
                <a:cs typeface="Forum"/>
                <a:sym typeface="Forum"/>
              </a:defRPr>
            </a:lvl5pPr>
            <a:lvl6pPr lvl="5">
              <a:spcBef>
                <a:spcPts val="0"/>
              </a:spcBef>
              <a:spcAft>
                <a:spcPts val="0"/>
              </a:spcAft>
              <a:buClr>
                <a:schemeClr val="lt1"/>
              </a:buClr>
              <a:buSzPts val="1200"/>
              <a:buFont typeface="Forum"/>
              <a:buNone/>
              <a:defRPr sz="1200">
                <a:latin typeface="Forum"/>
                <a:ea typeface="Forum"/>
                <a:cs typeface="Forum"/>
                <a:sym typeface="Forum"/>
              </a:defRPr>
            </a:lvl6pPr>
            <a:lvl7pPr lvl="6">
              <a:spcBef>
                <a:spcPts val="0"/>
              </a:spcBef>
              <a:spcAft>
                <a:spcPts val="0"/>
              </a:spcAft>
              <a:buClr>
                <a:schemeClr val="lt1"/>
              </a:buClr>
              <a:buSzPts val="1200"/>
              <a:buFont typeface="Forum"/>
              <a:buNone/>
              <a:defRPr sz="1200">
                <a:latin typeface="Forum"/>
                <a:ea typeface="Forum"/>
                <a:cs typeface="Forum"/>
                <a:sym typeface="Forum"/>
              </a:defRPr>
            </a:lvl7pPr>
            <a:lvl8pPr lvl="7">
              <a:spcBef>
                <a:spcPts val="0"/>
              </a:spcBef>
              <a:spcAft>
                <a:spcPts val="0"/>
              </a:spcAft>
              <a:buClr>
                <a:schemeClr val="lt1"/>
              </a:buClr>
              <a:buSzPts val="1200"/>
              <a:buFont typeface="Forum"/>
              <a:buNone/>
              <a:defRPr sz="1200">
                <a:latin typeface="Forum"/>
                <a:ea typeface="Forum"/>
                <a:cs typeface="Forum"/>
                <a:sym typeface="Forum"/>
              </a:defRPr>
            </a:lvl8pPr>
            <a:lvl9pPr lvl="8">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247" name="Google Shape;247;p26"/>
          <p:cNvSpPr txBox="1"/>
          <p:nvPr>
            <p:ph idx="19" type="subTitle"/>
          </p:nvPr>
        </p:nvSpPr>
        <p:spPr>
          <a:xfrm>
            <a:off x="4824313" y="3625550"/>
            <a:ext cx="1896000" cy="117300"/>
          </a:xfrm>
          <a:prstGeom prst="rect">
            <a:avLst/>
          </a:prstGeom>
        </p:spPr>
        <p:txBody>
          <a:bodyPr anchorCtr="0" anchor="t" bIns="91425" lIns="0" spcFirstLastPara="1" rIns="91425" wrap="square" tIns="0">
            <a:spAutoFit/>
          </a:bodyPr>
          <a:lstStyle>
            <a:lvl1pPr lvl="0">
              <a:lnSpc>
                <a:spcPct val="65000"/>
              </a:lnSpc>
              <a:spcBef>
                <a:spcPts val="0"/>
              </a:spcBef>
              <a:spcAft>
                <a:spcPts val="0"/>
              </a:spcAft>
              <a:buClr>
                <a:schemeClr val="lt1"/>
              </a:buClr>
              <a:buSzPts val="1200"/>
              <a:buFont typeface="Forum"/>
              <a:buNone/>
              <a:defRPr sz="1200"/>
            </a:lvl1pPr>
            <a:lvl2pPr lvl="1">
              <a:spcBef>
                <a:spcPts val="0"/>
              </a:spcBef>
              <a:spcAft>
                <a:spcPts val="0"/>
              </a:spcAft>
              <a:buClr>
                <a:schemeClr val="lt1"/>
              </a:buClr>
              <a:buSzPts val="1200"/>
              <a:buFont typeface="Forum"/>
              <a:buNone/>
              <a:defRPr sz="1200">
                <a:latin typeface="Forum"/>
                <a:ea typeface="Forum"/>
                <a:cs typeface="Forum"/>
                <a:sym typeface="Forum"/>
              </a:defRPr>
            </a:lvl2pPr>
            <a:lvl3pPr lvl="2">
              <a:spcBef>
                <a:spcPts val="0"/>
              </a:spcBef>
              <a:spcAft>
                <a:spcPts val="0"/>
              </a:spcAft>
              <a:buClr>
                <a:schemeClr val="lt1"/>
              </a:buClr>
              <a:buSzPts val="1200"/>
              <a:buFont typeface="Forum"/>
              <a:buNone/>
              <a:defRPr sz="1200">
                <a:latin typeface="Forum"/>
                <a:ea typeface="Forum"/>
                <a:cs typeface="Forum"/>
                <a:sym typeface="Forum"/>
              </a:defRPr>
            </a:lvl3pPr>
            <a:lvl4pPr lvl="3">
              <a:spcBef>
                <a:spcPts val="0"/>
              </a:spcBef>
              <a:spcAft>
                <a:spcPts val="0"/>
              </a:spcAft>
              <a:buClr>
                <a:schemeClr val="lt1"/>
              </a:buClr>
              <a:buSzPts val="1200"/>
              <a:buFont typeface="Forum"/>
              <a:buNone/>
              <a:defRPr sz="1200">
                <a:latin typeface="Forum"/>
                <a:ea typeface="Forum"/>
                <a:cs typeface="Forum"/>
                <a:sym typeface="Forum"/>
              </a:defRPr>
            </a:lvl4pPr>
            <a:lvl5pPr lvl="4">
              <a:spcBef>
                <a:spcPts val="0"/>
              </a:spcBef>
              <a:spcAft>
                <a:spcPts val="0"/>
              </a:spcAft>
              <a:buClr>
                <a:schemeClr val="lt1"/>
              </a:buClr>
              <a:buSzPts val="1200"/>
              <a:buFont typeface="Forum"/>
              <a:buNone/>
              <a:defRPr sz="1200">
                <a:latin typeface="Forum"/>
                <a:ea typeface="Forum"/>
                <a:cs typeface="Forum"/>
                <a:sym typeface="Forum"/>
              </a:defRPr>
            </a:lvl5pPr>
            <a:lvl6pPr lvl="5">
              <a:spcBef>
                <a:spcPts val="0"/>
              </a:spcBef>
              <a:spcAft>
                <a:spcPts val="0"/>
              </a:spcAft>
              <a:buClr>
                <a:schemeClr val="lt1"/>
              </a:buClr>
              <a:buSzPts val="1200"/>
              <a:buFont typeface="Forum"/>
              <a:buNone/>
              <a:defRPr sz="1200">
                <a:latin typeface="Forum"/>
                <a:ea typeface="Forum"/>
                <a:cs typeface="Forum"/>
                <a:sym typeface="Forum"/>
              </a:defRPr>
            </a:lvl6pPr>
            <a:lvl7pPr lvl="6">
              <a:spcBef>
                <a:spcPts val="0"/>
              </a:spcBef>
              <a:spcAft>
                <a:spcPts val="0"/>
              </a:spcAft>
              <a:buClr>
                <a:schemeClr val="lt1"/>
              </a:buClr>
              <a:buSzPts val="1200"/>
              <a:buFont typeface="Forum"/>
              <a:buNone/>
              <a:defRPr sz="1200">
                <a:latin typeface="Forum"/>
                <a:ea typeface="Forum"/>
                <a:cs typeface="Forum"/>
                <a:sym typeface="Forum"/>
              </a:defRPr>
            </a:lvl7pPr>
            <a:lvl8pPr lvl="7">
              <a:spcBef>
                <a:spcPts val="0"/>
              </a:spcBef>
              <a:spcAft>
                <a:spcPts val="0"/>
              </a:spcAft>
              <a:buClr>
                <a:schemeClr val="lt1"/>
              </a:buClr>
              <a:buSzPts val="1200"/>
              <a:buFont typeface="Forum"/>
              <a:buNone/>
              <a:defRPr sz="1200">
                <a:latin typeface="Forum"/>
                <a:ea typeface="Forum"/>
                <a:cs typeface="Forum"/>
                <a:sym typeface="Forum"/>
              </a:defRPr>
            </a:lvl8pPr>
            <a:lvl9pPr lvl="8">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248" name="Google Shape;248;p26"/>
          <p:cNvSpPr txBox="1"/>
          <p:nvPr>
            <p:ph idx="20" type="subTitle"/>
          </p:nvPr>
        </p:nvSpPr>
        <p:spPr>
          <a:xfrm>
            <a:off x="4824313" y="4046153"/>
            <a:ext cx="1896000" cy="117300"/>
          </a:xfrm>
          <a:prstGeom prst="rect">
            <a:avLst/>
          </a:prstGeom>
        </p:spPr>
        <p:txBody>
          <a:bodyPr anchorCtr="0" anchor="t" bIns="91425" lIns="0" spcFirstLastPara="1" rIns="91425" wrap="square" tIns="0">
            <a:spAutoFit/>
          </a:bodyPr>
          <a:lstStyle>
            <a:lvl1pPr lvl="0">
              <a:lnSpc>
                <a:spcPct val="65000"/>
              </a:lnSpc>
              <a:spcBef>
                <a:spcPts val="0"/>
              </a:spcBef>
              <a:spcAft>
                <a:spcPts val="0"/>
              </a:spcAft>
              <a:buClr>
                <a:schemeClr val="lt1"/>
              </a:buClr>
              <a:buSzPts val="1200"/>
              <a:buFont typeface="Forum"/>
              <a:buNone/>
              <a:defRPr sz="1200"/>
            </a:lvl1pPr>
            <a:lvl2pPr lvl="1">
              <a:spcBef>
                <a:spcPts val="0"/>
              </a:spcBef>
              <a:spcAft>
                <a:spcPts val="0"/>
              </a:spcAft>
              <a:buClr>
                <a:schemeClr val="lt1"/>
              </a:buClr>
              <a:buSzPts val="1200"/>
              <a:buFont typeface="Forum"/>
              <a:buNone/>
              <a:defRPr sz="1200">
                <a:latin typeface="Forum"/>
                <a:ea typeface="Forum"/>
                <a:cs typeface="Forum"/>
                <a:sym typeface="Forum"/>
              </a:defRPr>
            </a:lvl2pPr>
            <a:lvl3pPr lvl="2">
              <a:spcBef>
                <a:spcPts val="0"/>
              </a:spcBef>
              <a:spcAft>
                <a:spcPts val="0"/>
              </a:spcAft>
              <a:buClr>
                <a:schemeClr val="lt1"/>
              </a:buClr>
              <a:buSzPts val="1200"/>
              <a:buFont typeface="Forum"/>
              <a:buNone/>
              <a:defRPr sz="1200">
                <a:latin typeface="Forum"/>
                <a:ea typeface="Forum"/>
                <a:cs typeface="Forum"/>
                <a:sym typeface="Forum"/>
              </a:defRPr>
            </a:lvl3pPr>
            <a:lvl4pPr lvl="3">
              <a:spcBef>
                <a:spcPts val="0"/>
              </a:spcBef>
              <a:spcAft>
                <a:spcPts val="0"/>
              </a:spcAft>
              <a:buClr>
                <a:schemeClr val="lt1"/>
              </a:buClr>
              <a:buSzPts val="1200"/>
              <a:buFont typeface="Forum"/>
              <a:buNone/>
              <a:defRPr sz="1200">
                <a:latin typeface="Forum"/>
                <a:ea typeface="Forum"/>
                <a:cs typeface="Forum"/>
                <a:sym typeface="Forum"/>
              </a:defRPr>
            </a:lvl4pPr>
            <a:lvl5pPr lvl="4">
              <a:spcBef>
                <a:spcPts val="0"/>
              </a:spcBef>
              <a:spcAft>
                <a:spcPts val="0"/>
              </a:spcAft>
              <a:buClr>
                <a:schemeClr val="lt1"/>
              </a:buClr>
              <a:buSzPts val="1200"/>
              <a:buFont typeface="Forum"/>
              <a:buNone/>
              <a:defRPr sz="1200">
                <a:latin typeface="Forum"/>
                <a:ea typeface="Forum"/>
                <a:cs typeface="Forum"/>
                <a:sym typeface="Forum"/>
              </a:defRPr>
            </a:lvl5pPr>
            <a:lvl6pPr lvl="5">
              <a:spcBef>
                <a:spcPts val="0"/>
              </a:spcBef>
              <a:spcAft>
                <a:spcPts val="0"/>
              </a:spcAft>
              <a:buClr>
                <a:schemeClr val="lt1"/>
              </a:buClr>
              <a:buSzPts val="1200"/>
              <a:buFont typeface="Forum"/>
              <a:buNone/>
              <a:defRPr sz="1200">
                <a:latin typeface="Forum"/>
                <a:ea typeface="Forum"/>
                <a:cs typeface="Forum"/>
                <a:sym typeface="Forum"/>
              </a:defRPr>
            </a:lvl6pPr>
            <a:lvl7pPr lvl="6">
              <a:spcBef>
                <a:spcPts val="0"/>
              </a:spcBef>
              <a:spcAft>
                <a:spcPts val="0"/>
              </a:spcAft>
              <a:buClr>
                <a:schemeClr val="lt1"/>
              </a:buClr>
              <a:buSzPts val="1200"/>
              <a:buFont typeface="Forum"/>
              <a:buNone/>
              <a:defRPr sz="1200">
                <a:latin typeface="Forum"/>
                <a:ea typeface="Forum"/>
                <a:cs typeface="Forum"/>
                <a:sym typeface="Forum"/>
              </a:defRPr>
            </a:lvl7pPr>
            <a:lvl8pPr lvl="7">
              <a:spcBef>
                <a:spcPts val="0"/>
              </a:spcBef>
              <a:spcAft>
                <a:spcPts val="0"/>
              </a:spcAft>
              <a:buClr>
                <a:schemeClr val="lt1"/>
              </a:buClr>
              <a:buSzPts val="1200"/>
              <a:buFont typeface="Forum"/>
              <a:buNone/>
              <a:defRPr sz="1200">
                <a:latin typeface="Forum"/>
                <a:ea typeface="Forum"/>
                <a:cs typeface="Forum"/>
                <a:sym typeface="Forum"/>
              </a:defRPr>
            </a:lvl8pPr>
            <a:lvl9pPr lvl="8">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249" name="Google Shape;249;p26"/>
          <p:cNvSpPr txBox="1"/>
          <p:nvPr>
            <p:ph idx="21" type="subTitle"/>
          </p:nvPr>
        </p:nvSpPr>
        <p:spPr>
          <a:xfrm>
            <a:off x="4824313" y="4464013"/>
            <a:ext cx="1896000" cy="117300"/>
          </a:xfrm>
          <a:prstGeom prst="rect">
            <a:avLst/>
          </a:prstGeom>
        </p:spPr>
        <p:txBody>
          <a:bodyPr anchorCtr="0" anchor="t" bIns="91425" lIns="0" spcFirstLastPara="1" rIns="91425" wrap="square" tIns="0">
            <a:spAutoFit/>
          </a:bodyPr>
          <a:lstStyle>
            <a:lvl1pPr lvl="0">
              <a:lnSpc>
                <a:spcPct val="65000"/>
              </a:lnSpc>
              <a:spcBef>
                <a:spcPts val="0"/>
              </a:spcBef>
              <a:spcAft>
                <a:spcPts val="0"/>
              </a:spcAft>
              <a:buClr>
                <a:schemeClr val="lt1"/>
              </a:buClr>
              <a:buSzPts val="1200"/>
              <a:buFont typeface="Forum"/>
              <a:buNone/>
              <a:defRPr sz="1200"/>
            </a:lvl1pPr>
            <a:lvl2pPr lvl="1">
              <a:spcBef>
                <a:spcPts val="0"/>
              </a:spcBef>
              <a:spcAft>
                <a:spcPts val="0"/>
              </a:spcAft>
              <a:buClr>
                <a:schemeClr val="lt1"/>
              </a:buClr>
              <a:buSzPts val="1200"/>
              <a:buFont typeface="Forum"/>
              <a:buNone/>
              <a:defRPr sz="1200">
                <a:latin typeface="Forum"/>
                <a:ea typeface="Forum"/>
                <a:cs typeface="Forum"/>
                <a:sym typeface="Forum"/>
              </a:defRPr>
            </a:lvl2pPr>
            <a:lvl3pPr lvl="2">
              <a:spcBef>
                <a:spcPts val="0"/>
              </a:spcBef>
              <a:spcAft>
                <a:spcPts val="0"/>
              </a:spcAft>
              <a:buClr>
                <a:schemeClr val="lt1"/>
              </a:buClr>
              <a:buSzPts val="1200"/>
              <a:buFont typeface="Forum"/>
              <a:buNone/>
              <a:defRPr sz="1200">
                <a:latin typeface="Forum"/>
                <a:ea typeface="Forum"/>
                <a:cs typeface="Forum"/>
                <a:sym typeface="Forum"/>
              </a:defRPr>
            </a:lvl3pPr>
            <a:lvl4pPr lvl="3">
              <a:spcBef>
                <a:spcPts val="0"/>
              </a:spcBef>
              <a:spcAft>
                <a:spcPts val="0"/>
              </a:spcAft>
              <a:buClr>
                <a:schemeClr val="lt1"/>
              </a:buClr>
              <a:buSzPts val="1200"/>
              <a:buFont typeface="Forum"/>
              <a:buNone/>
              <a:defRPr sz="1200">
                <a:latin typeface="Forum"/>
                <a:ea typeface="Forum"/>
                <a:cs typeface="Forum"/>
                <a:sym typeface="Forum"/>
              </a:defRPr>
            </a:lvl4pPr>
            <a:lvl5pPr lvl="4">
              <a:spcBef>
                <a:spcPts val="0"/>
              </a:spcBef>
              <a:spcAft>
                <a:spcPts val="0"/>
              </a:spcAft>
              <a:buClr>
                <a:schemeClr val="lt1"/>
              </a:buClr>
              <a:buSzPts val="1200"/>
              <a:buFont typeface="Forum"/>
              <a:buNone/>
              <a:defRPr sz="1200">
                <a:latin typeface="Forum"/>
                <a:ea typeface="Forum"/>
                <a:cs typeface="Forum"/>
                <a:sym typeface="Forum"/>
              </a:defRPr>
            </a:lvl5pPr>
            <a:lvl6pPr lvl="5">
              <a:spcBef>
                <a:spcPts val="0"/>
              </a:spcBef>
              <a:spcAft>
                <a:spcPts val="0"/>
              </a:spcAft>
              <a:buClr>
                <a:schemeClr val="lt1"/>
              </a:buClr>
              <a:buSzPts val="1200"/>
              <a:buFont typeface="Forum"/>
              <a:buNone/>
              <a:defRPr sz="1200">
                <a:latin typeface="Forum"/>
                <a:ea typeface="Forum"/>
                <a:cs typeface="Forum"/>
                <a:sym typeface="Forum"/>
              </a:defRPr>
            </a:lvl6pPr>
            <a:lvl7pPr lvl="6">
              <a:spcBef>
                <a:spcPts val="0"/>
              </a:spcBef>
              <a:spcAft>
                <a:spcPts val="0"/>
              </a:spcAft>
              <a:buClr>
                <a:schemeClr val="lt1"/>
              </a:buClr>
              <a:buSzPts val="1200"/>
              <a:buFont typeface="Forum"/>
              <a:buNone/>
              <a:defRPr sz="1200">
                <a:latin typeface="Forum"/>
                <a:ea typeface="Forum"/>
                <a:cs typeface="Forum"/>
                <a:sym typeface="Forum"/>
              </a:defRPr>
            </a:lvl7pPr>
            <a:lvl8pPr lvl="7">
              <a:spcBef>
                <a:spcPts val="0"/>
              </a:spcBef>
              <a:spcAft>
                <a:spcPts val="0"/>
              </a:spcAft>
              <a:buClr>
                <a:schemeClr val="lt1"/>
              </a:buClr>
              <a:buSzPts val="1200"/>
              <a:buFont typeface="Forum"/>
              <a:buNone/>
              <a:defRPr sz="1200">
                <a:latin typeface="Forum"/>
                <a:ea typeface="Forum"/>
                <a:cs typeface="Forum"/>
                <a:sym typeface="Forum"/>
              </a:defRPr>
            </a:lvl8pPr>
            <a:lvl9pPr lvl="8">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250" name="Google Shape;250;p26"/>
          <p:cNvSpPr txBox="1"/>
          <p:nvPr>
            <p:ph idx="22" type="subTitle"/>
          </p:nvPr>
        </p:nvSpPr>
        <p:spPr>
          <a:xfrm>
            <a:off x="7019513" y="3625550"/>
            <a:ext cx="1896000" cy="117300"/>
          </a:xfrm>
          <a:prstGeom prst="rect">
            <a:avLst/>
          </a:prstGeom>
        </p:spPr>
        <p:txBody>
          <a:bodyPr anchorCtr="0" anchor="t" bIns="91425" lIns="0" spcFirstLastPara="1" rIns="91425" wrap="square" tIns="0">
            <a:spAutoFit/>
          </a:bodyPr>
          <a:lstStyle>
            <a:lvl1pPr lvl="0">
              <a:lnSpc>
                <a:spcPct val="65000"/>
              </a:lnSpc>
              <a:spcBef>
                <a:spcPts val="0"/>
              </a:spcBef>
              <a:spcAft>
                <a:spcPts val="0"/>
              </a:spcAft>
              <a:buClr>
                <a:schemeClr val="lt1"/>
              </a:buClr>
              <a:buSzPts val="1200"/>
              <a:buFont typeface="Forum"/>
              <a:buNone/>
              <a:defRPr sz="1200"/>
            </a:lvl1pPr>
            <a:lvl2pPr lvl="1">
              <a:spcBef>
                <a:spcPts val="0"/>
              </a:spcBef>
              <a:spcAft>
                <a:spcPts val="0"/>
              </a:spcAft>
              <a:buClr>
                <a:schemeClr val="lt1"/>
              </a:buClr>
              <a:buSzPts val="1200"/>
              <a:buFont typeface="Forum"/>
              <a:buNone/>
              <a:defRPr sz="1200">
                <a:latin typeface="Forum"/>
                <a:ea typeface="Forum"/>
                <a:cs typeface="Forum"/>
                <a:sym typeface="Forum"/>
              </a:defRPr>
            </a:lvl2pPr>
            <a:lvl3pPr lvl="2">
              <a:spcBef>
                <a:spcPts val="0"/>
              </a:spcBef>
              <a:spcAft>
                <a:spcPts val="0"/>
              </a:spcAft>
              <a:buClr>
                <a:schemeClr val="lt1"/>
              </a:buClr>
              <a:buSzPts val="1200"/>
              <a:buFont typeface="Forum"/>
              <a:buNone/>
              <a:defRPr sz="1200">
                <a:latin typeface="Forum"/>
                <a:ea typeface="Forum"/>
                <a:cs typeface="Forum"/>
                <a:sym typeface="Forum"/>
              </a:defRPr>
            </a:lvl3pPr>
            <a:lvl4pPr lvl="3">
              <a:spcBef>
                <a:spcPts val="0"/>
              </a:spcBef>
              <a:spcAft>
                <a:spcPts val="0"/>
              </a:spcAft>
              <a:buClr>
                <a:schemeClr val="lt1"/>
              </a:buClr>
              <a:buSzPts val="1200"/>
              <a:buFont typeface="Forum"/>
              <a:buNone/>
              <a:defRPr sz="1200">
                <a:latin typeface="Forum"/>
                <a:ea typeface="Forum"/>
                <a:cs typeface="Forum"/>
                <a:sym typeface="Forum"/>
              </a:defRPr>
            </a:lvl4pPr>
            <a:lvl5pPr lvl="4">
              <a:spcBef>
                <a:spcPts val="0"/>
              </a:spcBef>
              <a:spcAft>
                <a:spcPts val="0"/>
              </a:spcAft>
              <a:buClr>
                <a:schemeClr val="lt1"/>
              </a:buClr>
              <a:buSzPts val="1200"/>
              <a:buFont typeface="Forum"/>
              <a:buNone/>
              <a:defRPr sz="1200">
                <a:latin typeface="Forum"/>
                <a:ea typeface="Forum"/>
                <a:cs typeface="Forum"/>
                <a:sym typeface="Forum"/>
              </a:defRPr>
            </a:lvl5pPr>
            <a:lvl6pPr lvl="5">
              <a:spcBef>
                <a:spcPts val="0"/>
              </a:spcBef>
              <a:spcAft>
                <a:spcPts val="0"/>
              </a:spcAft>
              <a:buClr>
                <a:schemeClr val="lt1"/>
              </a:buClr>
              <a:buSzPts val="1200"/>
              <a:buFont typeface="Forum"/>
              <a:buNone/>
              <a:defRPr sz="1200">
                <a:latin typeface="Forum"/>
                <a:ea typeface="Forum"/>
                <a:cs typeface="Forum"/>
                <a:sym typeface="Forum"/>
              </a:defRPr>
            </a:lvl6pPr>
            <a:lvl7pPr lvl="6">
              <a:spcBef>
                <a:spcPts val="0"/>
              </a:spcBef>
              <a:spcAft>
                <a:spcPts val="0"/>
              </a:spcAft>
              <a:buClr>
                <a:schemeClr val="lt1"/>
              </a:buClr>
              <a:buSzPts val="1200"/>
              <a:buFont typeface="Forum"/>
              <a:buNone/>
              <a:defRPr sz="1200">
                <a:latin typeface="Forum"/>
                <a:ea typeface="Forum"/>
                <a:cs typeface="Forum"/>
                <a:sym typeface="Forum"/>
              </a:defRPr>
            </a:lvl7pPr>
            <a:lvl8pPr lvl="7">
              <a:spcBef>
                <a:spcPts val="0"/>
              </a:spcBef>
              <a:spcAft>
                <a:spcPts val="0"/>
              </a:spcAft>
              <a:buClr>
                <a:schemeClr val="lt1"/>
              </a:buClr>
              <a:buSzPts val="1200"/>
              <a:buFont typeface="Forum"/>
              <a:buNone/>
              <a:defRPr sz="1200">
                <a:latin typeface="Forum"/>
                <a:ea typeface="Forum"/>
                <a:cs typeface="Forum"/>
                <a:sym typeface="Forum"/>
              </a:defRPr>
            </a:lvl8pPr>
            <a:lvl9pPr lvl="8">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251" name="Google Shape;251;p26"/>
          <p:cNvSpPr txBox="1"/>
          <p:nvPr>
            <p:ph idx="23" type="subTitle"/>
          </p:nvPr>
        </p:nvSpPr>
        <p:spPr>
          <a:xfrm>
            <a:off x="7019513" y="4046153"/>
            <a:ext cx="1896000" cy="117300"/>
          </a:xfrm>
          <a:prstGeom prst="rect">
            <a:avLst/>
          </a:prstGeom>
        </p:spPr>
        <p:txBody>
          <a:bodyPr anchorCtr="0" anchor="t" bIns="91425" lIns="0" spcFirstLastPara="1" rIns="91425" wrap="square" tIns="0">
            <a:spAutoFit/>
          </a:bodyPr>
          <a:lstStyle>
            <a:lvl1pPr lvl="0">
              <a:lnSpc>
                <a:spcPct val="65000"/>
              </a:lnSpc>
              <a:spcBef>
                <a:spcPts val="0"/>
              </a:spcBef>
              <a:spcAft>
                <a:spcPts val="0"/>
              </a:spcAft>
              <a:buClr>
                <a:schemeClr val="lt1"/>
              </a:buClr>
              <a:buSzPts val="1200"/>
              <a:buFont typeface="Forum"/>
              <a:buNone/>
              <a:defRPr sz="1200"/>
            </a:lvl1pPr>
            <a:lvl2pPr lvl="1">
              <a:spcBef>
                <a:spcPts val="0"/>
              </a:spcBef>
              <a:spcAft>
                <a:spcPts val="0"/>
              </a:spcAft>
              <a:buClr>
                <a:schemeClr val="lt1"/>
              </a:buClr>
              <a:buSzPts val="1200"/>
              <a:buFont typeface="Forum"/>
              <a:buNone/>
              <a:defRPr sz="1200">
                <a:latin typeface="Forum"/>
                <a:ea typeface="Forum"/>
                <a:cs typeface="Forum"/>
                <a:sym typeface="Forum"/>
              </a:defRPr>
            </a:lvl2pPr>
            <a:lvl3pPr lvl="2">
              <a:spcBef>
                <a:spcPts val="0"/>
              </a:spcBef>
              <a:spcAft>
                <a:spcPts val="0"/>
              </a:spcAft>
              <a:buClr>
                <a:schemeClr val="lt1"/>
              </a:buClr>
              <a:buSzPts val="1200"/>
              <a:buFont typeface="Forum"/>
              <a:buNone/>
              <a:defRPr sz="1200">
                <a:latin typeface="Forum"/>
                <a:ea typeface="Forum"/>
                <a:cs typeface="Forum"/>
                <a:sym typeface="Forum"/>
              </a:defRPr>
            </a:lvl3pPr>
            <a:lvl4pPr lvl="3">
              <a:spcBef>
                <a:spcPts val="0"/>
              </a:spcBef>
              <a:spcAft>
                <a:spcPts val="0"/>
              </a:spcAft>
              <a:buClr>
                <a:schemeClr val="lt1"/>
              </a:buClr>
              <a:buSzPts val="1200"/>
              <a:buFont typeface="Forum"/>
              <a:buNone/>
              <a:defRPr sz="1200">
                <a:latin typeface="Forum"/>
                <a:ea typeface="Forum"/>
                <a:cs typeface="Forum"/>
                <a:sym typeface="Forum"/>
              </a:defRPr>
            </a:lvl4pPr>
            <a:lvl5pPr lvl="4">
              <a:spcBef>
                <a:spcPts val="0"/>
              </a:spcBef>
              <a:spcAft>
                <a:spcPts val="0"/>
              </a:spcAft>
              <a:buClr>
                <a:schemeClr val="lt1"/>
              </a:buClr>
              <a:buSzPts val="1200"/>
              <a:buFont typeface="Forum"/>
              <a:buNone/>
              <a:defRPr sz="1200">
                <a:latin typeface="Forum"/>
                <a:ea typeface="Forum"/>
                <a:cs typeface="Forum"/>
                <a:sym typeface="Forum"/>
              </a:defRPr>
            </a:lvl5pPr>
            <a:lvl6pPr lvl="5">
              <a:spcBef>
                <a:spcPts val="0"/>
              </a:spcBef>
              <a:spcAft>
                <a:spcPts val="0"/>
              </a:spcAft>
              <a:buClr>
                <a:schemeClr val="lt1"/>
              </a:buClr>
              <a:buSzPts val="1200"/>
              <a:buFont typeface="Forum"/>
              <a:buNone/>
              <a:defRPr sz="1200">
                <a:latin typeface="Forum"/>
                <a:ea typeface="Forum"/>
                <a:cs typeface="Forum"/>
                <a:sym typeface="Forum"/>
              </a:defRPr>
            </a:lvl6pPr>
            <a:lvl7pPr lvl="6">
              <a:spcBef>
                <a:spcPts val="0"/>
              </a:spcBef>
              <a:spcAft>
                <a:spcPts val="0"/>
              </a:spcAft>
              <a:buClr>
                <a:schemeClr val="lt1"/>
              </a:buClr>
              <a:buSzPts val="1200"/>
              <a:buFont typeface="Forum"/>
              <a:buNone/>
              <a:defRPr sz="1200">
                <a:latin typeface="Forum"/>
                <a:ea typeface="Forum"/>
                <a:cs typeface="Forum"/>
                <a:sym typeface="Forum"/>
              </a:defRPr>
            </a:lvl7pPr>
            <a:lvl8pPr lvl="7">
              <a:spcBef>
                <a:spcPts val="0"/>
              </a:spcBef>
              <a:spcAft>
                <a:spcPts val="0"/>
              </a:spcAft>
              <a:buClr>
                <a:schemeClr val="lt1"/>
              </a:buClr>
              <a:buSzPts val="1200"/>
              <a:buFont typeface="Forum"/>
              <a:buNone/>
              <a:defRPr sz="1200">
                <a:latin typeface="Forum"/>
                <a:ea typeface="Forum"/>
                <a:cs typeface="Forum"/>
                <a:sym typeface="Forum"/>
              </a:defRPr>
            </a:lvl8pPr>
            <a:lvl9pPr lvl="8">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252" name="Google Shape;252;p26"/>
          <p:cNvSpPr txBox="1"/>
          <p:nvPr>
            <p:ph idx="24" type="subTitle"/>
          </p:nvPr>
        </p:nvSpPr>
        <p:spPr>
          <a:xfrm>
            <a:off x="7019513" y="4464013"/>
            <a:ext cx="1896000" cy="117300"/>
          </a:xfrm>
          <a:prstGeom prst="rect">
            <a:avLst/>
          </a:prstGeom>
        </p:spPr>
        <p:txBody>
          <a:bodyPr anchorCtr="0" anchor="t" bIns="91425" lIns="0" spcFirstLastPara="1" rIns="91425" wrap="square" tIns="0">
            <a:spAutoFit/>
          </a:bodyPr>
          <a:lstStyle>
            <a:lvl1pPr lvl="0">
              <a:lnSpc>
                <a:spcPct val="65000"/>
              </a:lnSpc>
              <a:spcBef>
                <a:spcPts val="0"/>
              </a:spcBef>
              <a:spcAft>
                <a:spcPts val="0"/>
              </a:spcAft>
              <a:buClr>
                <a:schemeClr val="lt1"/>
              </a:buClr>
              <a:buSzPts val="1200"/>
              <a:buFont typeface="Forum"/>
              <a:buNone/>
              <a:defRPr sz="1200"/>
            </a:lvl1pPr>
            <a:lvl2pPr lvl="1">
              <a:spcBef>
                <a:spcPts val="0"/>
              </a:spcBef>
              <a:spcAft>
                <a:spcPts val="0"/>
              </a:spcAft>
              <a:buClr>
                <a:schemeClr val="lt1"/>
              </a:buClr>
              <a:buSzPts val="1200"/>
              <a:buFont typeface="Forum"/>
              <a:buNone/>
              <a:defRPr sz="1200">
                <a:latin typeface="Forum"/>
                <a:ea typeface="Forum"/>
                <a:cs typeface="Forum"/>
                <a:sym typeface="Forum"/>
              </a:defRPr>
            </a:lvl2pPr>
            <a:lvl3pPr lvl="2">
              <a:spcBef>
                <a:spcPts val="0"/>
              </a:spcBef>
              <a:spcAft>
                <a:spcPts val="0"/>
              </a:spcAft>
              <a:buClr>
                <a:schemeClr val="lt1"/>
              </a:buClr>
              <a:buSzPts val="1200"/>
              <a:buFont typeface="Forum"/>
              <a:buNone/>
              <a:defRPr sz="1200">
                <a:latin typeface="Forum"/>
                <a:ea typeface="Forum"/>
                <a:cs typeface="Forum"/>
                <a:sym typeface="Forum"/>
              </a:defRPr>
            </a:lvl3pPr>
            <a:lvl4pPr lvl="3">
              <a:spcBef>
                <a:spcPts val="0"/>
              </a:spcBef>
              <a:spcAft>
                <a:spcPts val="0"/>
              </a:spcAft>
              <a:buClr>
                <a:schemeClr val="lt1"/>
              </a:buClr>
              <a:buSzPts val="1200"/>
              <a:buFont typeface="Forum"/>
              <a:buNone/>
              <a:defRPr sz="1200">
                <a:latin typeface="Forum"/>
                <a:ea typeface="Forum"/>
                <a:cs typeface="Forum"/>
                <a:sym typeface="Forum"/>
              </a:defRPr>
            </a:lvl4pPr>
            <a:lvl5pPr lvl="4">
              <a:spcBef>
                <a:spcPts val="0"/>
              </a:spcBef>
              <a:spcAft>
                <a:spcPts val="0"/>
              </a:spcAft>
              <a:buClr>
                <a:schemeClr val="lt1"/>
              </a:buClr>
              <a:buSzPts val="1200"/>
              <a:buFont typeface="Forum"/>
              <a:buNone/>
              <a:defRPr sz="1200">
                <a:latin typeface="Forum"/>
                <a:ea typeface="Forum"/>
                <a:cs typeface="Forum"/>
                <a:sym typeface="Forum"/>
              </a:defRPr>
            </a:lvl5pPr>
            <a:lvl6pPr lvl="5">
              <a:spcBef>
                <a:spcPts val="0"/>
              </a:spcBef>
              <a:spcAft>
                <a:spcPts val="0"/>
              </a:spcAft>
              <a:buClr>
                <a:schemeClr val="lt1"/>
              </a:buClr>
              <a:buSzPts val="1200"/>
              <a:buFont typeface="Forum"/>
              <a:buNone/>
              <a:defRPr sz="1200">
                <a:latin typeface="Forum"/>
                <a:ea typeface="Forum"/>
                <a:cs typeface="Forum"/>
                <a:sym typeface="Forum"/>
              </a:defRPr>
            </a:lvl6pPr>
            <a:lvl7pPr lvl="6">
              <a:spcBef>
                <a:spcPts val="0"/>
              </a:spcBef>
              <a:spcAft>
                <a:spcPts val="0"/>
              </a:spcAft>
              <a:buClr>
                <a:schemeClr val="lt1"/>
              </a:buClr>
              <a:buSzPts val="1200"/>
              <a:buFont typeface="Forum"/>
              <a:buNone/>
              <a:defRPr sz="1200">
                <a:latin typeface="Forum"/>
                <a:ea typeface="Forum"/>
                <a:cs typeface="Forum"/>
                <a:sym typeface="Forum"/>
              </a:defRPr>
            </a:lvl7pPr>
            <a:lvl8pPr lvl="7">
              <a:spcBef>
                <a:spcPts val="0"/>
              </a:spcBef>
              <a:spcAft>
                <a:spcPts val="0"/>
              </a:spcAft>
              <a:buClr>
                <a:schemeClr val="lt1"/>
              </a:buClr>
              <a:buSzPts val="1200"/>
              <a:buFont typeface="Forum"/>
              <a:buNone/>
              <a:defRPr sz="1200">
                <a:latin typeface="Forum"/>
                <a:ea typeface="Forum"/>
                <a:cs typeface="Forum"/>
                <a:sym typeface="Forum"/>
              </a:defRPr>
            </a:lvl8pPr>
            <a:lvl9pPr lvl="8">
              <a:spcBef>
                <a:spcPts val="0"/>
              </a:spcBef>
              <a:spcAft>
                <a:spcPts val="0"/>
              </a:spcAft>
              <a:buClr>
                <a:schemeClr val="lt1"/>
              </a:buClr>
              <a:buSzPts val="1200"/>
              <a:buFont typeface="Forum"/>
              <a:buNone/>
              <a:defRPr sz="1200">
                <a:latin typeface="Forum"/>
                <a:ea typeface="Forum"/>
                <a:cs typeface="Forum"/>
                <a:sym typeface="Forum"/>
              </a:defRPr>
            </a:lvl9pPr>
          </a:lstStyle>
          <a:p/>
        </p:txBody>
      </p:sp>
      <p:sp>
        <p:nvSpPr>
          <p:cNvPr id="253" name="Google Shape;253;p26"/>
          <p:cNvSpPr txBox="1"/>
          <p:nvPr>
            <p:ph type="title"/>
          </p:nvPr>
        </p:nvSpPr>
        <p:spPr>
          <a:xfrm>
            <a:off x="228600" y="460100"/>
            <a:ext cx="8686800" cy="587700"/>
          </a:xfrm>
          <a:prstGeom prst="rect">
            <a:avLst/>
          </a:prstGeom>
        </p:spPr>
        <p:txBody>
          <a:bodyPr anchorCtr="0" anchor="t" bIns="91425" lIns="91425" spcFirstLastPara="1" rIns="91425" wrap="square" tIns="0">
            <a:spAutoFit/>
          </a:bodyPr>
          <a:lstStyle>
            <a:lvl1pPr lvl="0" algn="ctr">
              <a:lnSpc>
                <a:spcPct val="70000"/>
              </a:lnSpc>
              <a:spcBef>
                <a:spcPts val="0"/>
              </a:spcBef>
              <a:spcAft>
                <a:spcPts val="0"/>
              </a:spcAft>
              <a:buNone/>
              <a:defRPr sz="2800"/>
            </a:lvl1pPr>
            <a:lvl2pPr lvl="1">
              <a:lnSpc>
                <a:spcPct val="115000"/>
              </a:lnSpc>
              <a:spcBef>
                <a:spcPts val="0"/>
              </a:spcBef>
              <a:spcAft>
                <a:spcPts val="0"/>
              </a:spcAft>
              <a:buNone/>
              <a:defRPr sz="2800"/>
            </a:lvl2pPr>
            <a:lvl3pPr lvl="2">
              <a:lnSpc>
                <a:spcPct val="115000"/>
              </a:lnSpc>
              <a:spcBef>
                <a:spcPts val="0"/>
              </a:spcBef>
              <a:spcAft>
                <a:spcPts val="0"/>
              </a:spcAft>
              <a:buNone/>
              <a:defRPr sz="2800"/>
            </a:lvl3pPr>
            <a:lvl4pPr lvl="3">
              <a:lnSpc>
                <a:spcPct val="115000"/>
              </a:lnSpc>
              <a:spcBef>
                <a:spcPts val="0"/>
              </a:spcBef>
              <a:spcAft>
                <a:spcPts val="0"/>
              </a:spcAft>
              <a:buNone/>
              <a:defRPr sz="2800"/>
            </a:lvl4pPr>
            <a:lvl5pPr lvl="4">
              <a:lnSpc>
                <a:spcPct val="115000"/>
              </a:lnSpc>
              <a:spcBef>
                <a:spcPts val="0"/>
              </a:spcBef>
              <a:spcAft>
                <a:spcPts val="0"/>
              </a:spcAft>
              <a:buNone/>
              <a:defRPr sz="2800"/>
            </a:lvl5pPr>
            <a:lvl6pPr lvl="5">
              <a:lnSpc>
                <a:spcPct val="115000"/>
              </a:lnSpc>
              <a:spcBef>
                <a:spcPts val="0"/>
              </a:spcBef>
              <a:spcAft>
                <a:spcPts val="0"/>
              </a:spcAft>
              <a:buNone/>
              <a:defRPr sz="2800"/>
            </a:lvl6pPr>
            <a:lvl7pPr lvl="6">
              <a:lnSpc>
                <a:spcPct val="115000"/>
              </a:lnSpc>
              <a:spcBef>
                <a:spcPts val="0"/>
              </a:spcBef>
              <a:spcAft>
                <a:spcPts val="0"/>
              </a:spcAft>
              <a:buNone/>
              <a:defRPr sz="2800"/>
            </a:lvl7pPr>
            <a:lvl8pPr lvl="7">
              <a:lnSpc>
                <a:spcPct val="115000"/>
              </a:lnSpc>
              <a:spcBef>
                <a:spcPts val="0"/>
              </a:spcBef>
              <a:spcAft>
                <a:spcPts val="0"/>
              </a:spcAft>
              <a:buNone/>
              <a:defRPr sz="2800"/>
            </a:lvl8pPr>
            <a:lvl9pPr lvl="8">
              <a:lnSpc>
                <a:spcPct val="115000"/>
              </a:lnSpc>
              <a:spcBef>
                <a:spcPts val="0"/>
              </a:spcBef>
              <a:spcAft>
                <a:spcPts val="0"/>
              </a:spcAft>
              <a:buNone/>
              <a:defRPr sz="2800"/>
            </a:lvl9pPr>
          </a:lstStyle>
          <a:p/>
        </p:txBody>
      </p:sp>
      <p:sp>
        <p:nvSpPr>
          <p:cNvPr id="254" name="Google Shape;254;p26"/>
          <p:cNvSpPr/>
          <p:nvPr>
            <p:ph idx="25" type="pic"/>
          </p:nvPr>
        </p:nvSpPr>
        <p:spPr>
          <a:xfrm>
            <a:off x="228600" y="1538225"/>
            <a:ext cx="871500" cy="412500"/>
          </a:xfrm>
          <a:prstGeom prst="roundRect">
            <a:avLst>
              <a:gd fmla="val 50000" name="adj"/>
            </a:avLst>
          </a:prstGeom>
          <a:noFill/>
          <a:ln>
            <a:noFill/>
          </a:ln>
        </p:spPr>
      </p:sp>
      <p:sp>
        <p:nvSpPr>
          <p:cNvPr id="255" name="Google Shape;255;p26"/>
          <p:cNvSpPr/>
          <p:nvPr>
            <p:ph idx="26" type="pic"/>
          </p:nvPr>
        </p:nvSpPr>
        <p:spPr>
          <a:xfrm>
            <a:off x="2423700" y="1538225"/>
            <a:ext cx="871500" cy="412500"/>
          </a:xfrm>
          <a:prstGeom prst="roundRect">
            <a:avLst>
              <a:gd fmla="val 50000" name="adj"/>
            </a:avLst>
          </a:prstGeom>
          <a:noFill/>
          <a:ln>
            <a:noFill/>
          </a:ln>
        </p:spPr>
      </p:sp>
      <p:sp>
        <p:nvSpPr>
          <p:cNvPr id="256" name="Google Shape;256;p26"/>
          <p:cNvSpPr/>
          <p:nvPr>
            <p:ph idx="27" type="pic"/>
          </p:nvPr>
        </p:nvSpPr>
        <p:spPr>
          <a:xfrm>
            <a:off x="4618800" y="1538225"/>
            <a:ext cx="871500" cy="412500"/>
          </a:xfrm>
          <a:prstGeom prst="roundRect">
            <a:avLst>
              <a:gd fmla="val 50000" name="adj"/>
            </a:avLst>
          </a:prstGeom>
          <a:noFill/>
          <a:ln>
            <a:noFill/>
          </a:ln>
        </p:spPr>
      </p:sp>
      <p:sp>
        <p:nvSpPr>
          <p:cNvPr id="257" name="Google Shape;257;p26"/>
          <p:cNvSpPr/>
          <p:nvPr>
            <p:ph idx="28" type="pic"/>
          </p:nvPr>
        </p:nvSpPr>
        <p:spPr>
          <a:xfrm>
            <a:off x="6813900" y="1538225"/>
            <a:ext cx="871500" cy="412500"/>
          </a:xfrm>
          <a:prstGeom prst="roundRect">
            <a:avLst>
              <a:gd fmla="val 50000" name="adj"/>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ideas w/ image">
  <p:cSld name="CUSTOM_5_1">
    <p:spTree>
      <p:nvGrpSpPr>
        <p:cNvPr id="258" name="Shape 258"/>
        <p:cNvGrpSpPr/>
        <p:nvPr/>
      </p:nvGrpSpPr>
      <p:grpSpPr>
        <a:xfrm>
          <a:off x="0" y="0"/>
          <a:ext cx="0" cy="0"/>
          <a:chOff x="0" y="0"/>
          <a:chExt cx="0" cy="0"/>
        </a:xfrm>
      </p:grpSpPr>
      <p:sp>
        <p:nvSpPr>
          <p:cNvPr id="259" name="Google Shape;259;p27"/>
          <p:cNvSpPr/>
          <p:nvPr>
            <p:ph idx="2" type="pic"/>
          </p:nvPr>
        </p:nvSpPr>
        <p:spPr>
          <a:xfrm>
            <a:off x="3019625" y="1353263"/>
            <a:ext cx="914400" cy="412500"/>
          </a:xfrm>
          <a:prstGeom prst="roundRect">
            <a:avLst>
              <a:gd fmla="val 50000" name="adj"/>
            </a:avLst>
          </a:prstGeom>
          <a:noFill/>
          <a:ln>
            <a:noFill/>
          </a:ln>
        </p:spPr>
      </p:sp>
      <p:sp>
        <p:nvSpPr>
          <p:cNvPr id="260" name="Google Shape;260;p27"/>
          <p:cNvSpPr/>
          <p:nvPr>
            <p:ph idx="3" type="pic"/>
          </p:nvPr>
        </p:nvSpPr>
        <p:spPr>
          <a:xfrm>
            <a:off x="5213463" y="1353263"/>
            <a:ext cx="914400" cy="412500"/>
          </a:xfrm>
          <a:prstGeom prst="roundRect">
            <a:avLst>
              <a:gd fmla="val 50000" name="adj"/>
            </a:avLst>
          </a:prstGeom>
          <a:noFill/>
          <a:ln>
            <a:noFill/>
          </a:ln>
        </p:spPr>
      </p:sp>
      <p:sp>
        <p:nvSpPr>
          <p:cNvPr id="261" name="Google Shape;261;p27"/>
          <p:cNvSpPr/>
          <p:nvPr>
            <p:ph idx="4" type="pic"/>
          </p:nvPr>
        </p:nvSpPr>
        <p:spPr>
          <a:xfrm>
            <a:off x="7407313" y="1353263"/>
            <a:ext cx="914400" cy="412500"/>
          </a:xfrm>
          <a:prstGeom prst="roundRect">
            <a:avLst>
              <a:gd fmla="val 50000" name="adj"/>
            </a:avLst>
          </a:prstGeom>
          <a:noFill/>
          <a:ln>
            <a:noFill/>
          </a:ln>
        </p:spPr>
      </p:sp>
      <p:sp>
        <p:nvSpPr>
          <p:cNvPr id="262" name="Google Shape;262;p27"/>
          <p:cNvSpPr/>
          <p:nvPr>
            <p:ph idx="5" type="pic"/>
          </p:nvPr>
        </p:nvSpPr>
        <p:spPr>
          <a:xfrm>
            <a:off x="827050" y="1353263"/>
            <a:ext cx="914400" cy="412500"/>
          </a:xfrm>
          <a:prstGeom prst="roundRect">
            <a:avLst>
              <a:gd fmla="val 50000" name="adj"/>
            </a:avLst>
          </a:prstGeom>
          <a:noFill/>
          <a:ln>
            <a:noFill/>
          </a:ln>
        </p:spPr>
      </p:sp>
      <p:sp>
        <p:nvSpPr>
          <p:cNvPr id="263" name="Google Shape;263;p27"/>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264" name="Google Shape;264;p27"/>
          <p:cNvSpPr txBox="1"/>
          <p:nvPr>
            <p:ph idx="6" type="subTitle"/>
          </p:nvPr>
        </p:nvSpPr>
        <p:spPr>
          <a:xfrm>
            <a:off x="233650" y="1897511"/>
            <a:ext cx="2101200" cy="452400"/>
          </a:xfrm>
          <a:prstGeom prst="rect">
            <a:avLst/>
          </a:prstGeom>
        </p:spPr>
        <p:txBody>
          <a:bodyPr anchorCtr="0" anchor="t" bIns="91425" lIns="0" spcFirstLastPara="1" rIns="91425" wrap="square" tIns="0">
            <a:noAutofit/>
          </a:bodyPr>
          <a:lstStyle>
            <a:lvl1pPr lvl="0" algn="ctr">
              <a:lnSpc>
                <a:spcPct val="65000"/>
              </a:lnSpc>
              <a:spcBef>
                <a:spcPts val="0"/>
              </a:spcBef>
              <a:spcAft>
                <a:spcPts val="0"/>
              </a:spcAft>
              <a:buClr>
                <a:schemeClr val="lt1"/>
              </a:buClr>
              <a:buSzPts val="1800"/>
              <a:buFont typeface="Forum"/>
              <a:buNone/>
              <a:defRPr/>
            </a:lvl1pPr>
            <a:lvl2pPr lvl="1" algn="ctr">
              <a:spcBef>
                <a:spcPts val="0"/>
              </a:spcBef>
              <a:spcAft>
                <a:spcPts val="0"/>
              </a:spcAft>
              <a:buClr>
                <a:schemeClr val="lt1"/>
              </a:buClr>
              <a:buSzPts val="1400"/>
              <a:buFont typeface="Forum"/>
              <a:buNone/>
              <a:defRPr>
                <a:latin typeface="Forum"/>
                <a:ea typeface="Forum"/>
                <a:cs typeface="Forum"/>
                <a:sym typeface="Forum"/>
              </a:defRPr>
            </a:lvl2pPr>
            <a:lvl3pPr lvl="2" algn="ctr">
              <a:spcBef>
                <a:spcPts val="0"/>
              </a:spcBef>
              <a:spcAft>
                <a:spcPts val="0"/>
              </a:spcAft>
              <a:buClr>
                <a:schemeClr val="lt1"/>
              </a:buClr>
              <a:buSzPts val="1400"/>
              <a:buFont typeface="Forum"/>
              <a:buNone/>
              <a:defRPr>
                <a:latin typeface="Forum"/>
                <a:ea typeface="Forum"/>
                <a:cs typeface="Forum"/>
                <a:sym typeface="Forum"/>
              </a:defRPr>
            </a:lvl3pPr>
            <a:lvl4pPr lvl="3" algn="ctr">
              <a:spcBef>
                <a:spcPts val="0"/>
              </a:spcBef>
              <a:spcAft>
                <a:spcPts val="0"/>
              </a:spcAft>
              <a:buClr>
                <a:schemeClr val="lt1"/>
              </a:buClr>
              <a:buSzPts val="1400"/>
              <a:buFont typeface="Forum"/>
              <a:buNone/>
              <a:defRPr>
                <a:latin typeface="Forum"/>
                <a:ea typeface="Forum"/>
                <a:cs typeface="Forum"/>
                <a:sym typeface="Forum"/>
              </a:defRPr>
            </a:lvl4pPr>
            <a:lvl5pPr lvl="4" algn="ctr">
              <a:spcBef>
                <a:spcPts val="0"/>
              </a:spcBef>
              <a:spcAft>
                <a:spcPts val="0"/>
              </a:spcAft>
              <a:buClr>
                <a:schemeClr val="lt1"/>
              </a:buClr>
              <a:buSzPts val="1400"/>
              <a:buFont typeface="Forum"/>
              <a:buNone/>
              <a:defRPr>
                <a:latin typeface="Forum"/>
                <a:ea typeface="Forum"/>
                <a:cs typeface="Forum"/>
                <a:sym typeface="Forum"/>
              </a:defRPr>
            </a:lvl5pPr>
            <a:lvl6pPr lvl="5" algn="ctr">
              <a:spcBef>
                <a:spcPts val="0"/>
              </a:spcBef>
              <a:spcAft>
                <a:spcPts val="0"/>
              </a:spcAft>
              <a:buClr>
                <a:schemeClr val="lt1"/>
              </a:buClr>
              <a:buSzPts val="1400"/>
              <a:buFont typeface="Forum"/>
              <a:buNone/>
              <a:defRPr>
                <a:latin typeface="Forum"/>
                <a:ea typeface="Forum"/>
                <a:cs typeface="Forum"/>
                <a:sym typeface="Forum"/>
              </a:defRPr>
            </a:lvl6pPr>
            <a:lvl7pPr lvl="6" algn="ctr">
              <a:spcBef>
                <a:spcPts val="0"/>
              </a:spcBef>
              <a:spcAft>
                <a:spcPts val="0"/>
              </a:spcAft>
              <a:buClr>
                <a:schemeClr val="lt1"/>
              </a:buClr>
              <a:buSzPts val="1400"/>
              <a:buFont typeface="Forum"/>
              <a:buNone/>
              <a:defRPr>
                <a:latin typeface="Forum"/>
                <a:ea typeface="Forum"/>
                <a:cs typeface="Forum"/>
                <a:sym typeface="Forum"/>
              </a:defRPr>
            </a:lvl7pPr>
            <a:lvl8pPr lvl="7" algn="ctr">
              <a:spcBef>
                <a:spcPts val="0"/>
              </a:spcBef>
              <a:spcAft>
                <a:spcPts val="0"/>
              </a:spcAft>
              <a:buClr>
                <a:schemeClr val="lt1"/>
              </a:buClr>
              <a:buSzPts val="1400"/>
              <a:buFont typeface="Forum"/>
              <a:buNone/>
              <a:defRPr>
                <a:latin typeface="Forum"/>
                <a:ea typeface="Forum"/>
                <a:cs typeface="Forum"/>
                <a:sym typeface="Forum"/>
              </a:defRPr>
            </a:lvl8pPr>
            <a:lvl9pPr lvl="8" algn="ctr">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265" name="Google Shape;265;p27"/>
          <p:cNvSpPr txBox="1"/>
          <p:nvPr>
            <p:ph idx="7" type="subTitle"/>
          </p:nvPr>
        </p:nvSpPr>
        <p:spPr>
          <a:xfrm>
            <a:off x="2423700" y="1897511"/>
            <a:ext cx="2101200" cy="452400"/>
          </a:xfrm>
          <a:prstGeom prst="rect">
            <a:avLst/>
          </a:prstGeom>
        </p:spPr>
        <p:txBody>
          <a:bodyPr anchorCtr="0" anchor="t" bIns="91425" lIns="0" spcFirstLastPara="1" rIns="91425" wrap="square" tIns="0">
            <a:noAutofit/>
          </a:bodyPr>
          <a:lstStyle>
            <a:lvl1pPr lvl="0" algn="ctr">
              <a:lnSpc>
                <a:spcPct val="65000"/>
              </a:lnSpc>
              <a:spcBef>
                <a:spcPts val="0"/>
              </a:spcBef>
              <a:spcAft>
                <a:spcPts val="0"/>
              </a:spcAft>
              <a:buClr>
                <a:schemeClr val="lt1"/>
              </a:buClr>
              <a:buSzPts val="1800"/>
              <a:buFont typeface="Forum"/>
              <a:buNone/>
              <a:defRPr/>
            </a:lvl1pPr>
            <a:lvl2pPr lvl="1" algn="ctr">
              <a:spcBef>
                <a:spcPts val="0"/>
              </a:spcBef>
              <a:spcAft>
                <a:spcPts val="0"/>
              </a:spcAft>
              <a:buClr>
                <a:schemeClr val="lt1"/>
              </a:buClr>
              <a:buSzPts val="1400"/>
              <a:buFont typeface="Forum"/>
              <a:buNone/>
              <a:defRPr>
                <a:latin typeface="Forum"/>
                <a:ea typeface="Forum"/>
                <a:cs typeface="Forum"/>
                <a:sym typeface="Forum"/>
              </a:defRPr>
            </a:lvl2pPr>
            <a:lvl3pPr lvl="2" algn="ctr">
              <a:spcBef>
                <a:spcPts val="0"/>
              </a:spcBef>
              <a:spcAft>
                <a:spcPts val="0"/>
              </a:spcAft>
              <a:buClr>
                <a:schemeClr val="lt1"/>
              </a:buClr>
              <a:buSzPts val="1400"/>
              <a:buFont typeface="Forum"/>
              <a:buNone/>
              <a:defRPr>
                <a:latin typeface="Forum"/>
                <a:ea typeface="Forum"/>
                <a:cs typeface="Forum"/>
                <a:sym typeface="Forum"/>
              </a:defRPr>
            </a:lvl3pPr>
            <a:lvl4pPr lvl="3" algn="ctr">
              <a:spcBef>
                <a:spcPts val="0"/>
              </a:spcBef>
              <a:spcAft>
                <a:spcPts val="0"/>
              </a:spcAft>
              <a:buClr>
                <a:schemeClr val="lt1"/>
              </a:buClr>
              <a:buSzPts val="1400"/>
              <a:buFont typeface="Forum"/>
              <a:buNone/>
              <a:defRPr>
                <a:latin typeface="Forum"/>
                <a:ea typeface="Forum"/>
                <a:cs typeface="Forum"/>
                <a:sym typeface="Forum"/>
              </a:defRPr>
            </a:lvl4pPr>
            <a:lvl5pPr lvl="4" algn="ctr">
              <a:spcBef>
                <a:spcPts val="0"/>
              </a:spcBef>
              <a:spcAft>
                <a:spcPts val="0"/>
              </a:spcAft>
              <a:buClr>
                <a:schemeClr val="lt1"/>
              </a:buClr>
              <a:buSzPts val="1400"/>
              <a:buFont typeface="Forum"/>
              <a:buNone/>
              <a:defRPr>
                <a:latin typeface="Forum"/>
                <a:ea typeface="Forum"/>
                <a:cs typeface="Forum"/>
                <a:sym typeface="Forum"/>
              </a:defRPr>
            </a:lvl5pPr>
            <a:lvl6pPr lvl="5" algn="ctr">
              <a:spcBef>
                <a:spcPts val="0"/>
              </a:spcBef>
              <a:spcAft>
                <a:spcPts val="0"/>
              </a:spcAft>
              <a:buClr>
                <a:schemeClr val="lt1"/>
              </a:buClr>
              <a:buSzPts val="1400"/>
              <a:buFont typeface="Forum"/>
              <a:buNone/>
              <a:defRPr>
                <a:latin typeface="Forum"/>
                <a:ea typeface="Forum"/>
                <a:cs typeface="Forum"/>
                <a:sym typeface="Forum"/>
              </a:defRPr>
            </a:lvl6pPr>
            <a:lvl7pPr lvl="6" algn="ctr">
              <a:spcBef>
                <a:spcPts val="0"/>
              </a:spcBef>
              <a:spcAft>
                <a:spcPts val="0"/>
              </a:spcAft>
              <a:buClr>
                <a:schemeClr val="lt1"/>
              </a:buClr>
              <a:buSzPts val="1400"/>
              <a:buFont typeface="Forum"/>
              <a:buNone/>
              <a:defRPr>
                <a:latin typeface="Forum"/>
                <a:ea typeface="Forum"/>
                <a:cs typeface="Forum"/>
                <a:sym typeface="Forum"/>
              </a:defRPr>
            </a:lvl7pPr>
            <a:lvl8pPr lvl="7" algn="ctr">
              <a:spcBef>
                <a:spcPts val="0"/>
              </a:spcBef>
              <a:spcAft>
                <a:spcPts val="0"/>
              </a:spcAft>
              <a:buClr>
                <a:schemeClr val="lt1"/>
              </a:buClr>
              <a:buSzPts val="1400"/>
              <a:buFont typeface="Forum"/>
              <a:buNone/>
              <a:defRPr>
                <a:latin typeface="Forum"/>
                <a:ea typeface="Forum"/>
                <a:cs typeface="Forum"/>
                <a:sym typeface="Forum"/>
              </a:defRPr>
            </a:lvl8pPr>
            <a:lvl9pPr lvl="8" algn="ctr">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266" name="Google Shape;266;p27"/>
          <p:cNvSpPr txBox="1"/>
          <p:nvPr>
            <p:ph idx="8" type="subTitle"/>
          </p:nvPr>
        </p:nvSpPr>
        <p:spPr>
          <a:xfrm>
            <a:off x="4618800" y="1897511"/>
            <a:ext cx="2101200" cy="452400"/>
          </a:xfrm>
          <a:prstGeom prst="rect">
            <a:avLst/>
          </a:prstGeom>
        </p:spPr>
        <p:txBody>
          <a:bodyPr anchorCtr="0" anchor="t" bIns="91425" lIns="0" spcFirstLastPara="1" rIns="91425" wrap="square" tIns="0">
            <a:noAutofit/>
          </a:bodyPr>
          <a:lstStyle>
            <a:lvl1pPr lvl="0" algn="ctr">
              <a:lnSpc>
                <a:spcPct val="65000"/>
              </a:lnSpc>
              <a:spcBef>
                <a:spcPts val="0"/>
              </a:spcBef>
              <a:spcAft>
                <a:spcPts val="0"/>
              </a:spcAft>
              <a:buClr>
                <a:schemeClr val="lt1"/>
              </a:buClr>
              <a:buSzPts val="1800"/>
              <a:buFont typeface="Forum"/>
              <a:buNone/>
              <a:defRPr/>
            </a:lvl1pPr>
            <a:lvl2pPr lvl="1" algn="ctr">
              <a:spcBef>
                <a:spcPts val="0"/>
              </a:spcBef>
              <a:spcAft>
                <a:spcPts val="0"/>
              </a:spcAft>
              <a:buClr>
                <a:schemeClr val="lt1"/>
              </a:buClr>
              <a:buSzPts val="1400"/>
              <a:buFont typeface="Forum"/>
              <a:buNone/>
              <a:defRPr>
                <a:latin typeface="Forum"/>
                <a:ea typeface="Forum"/>
                <a:cs typeface="Forum"/>
                <a:sym typeface="Forum"/>
              </a:defRPr>
            </a:lvl2pPr>
            <a:lvl3pPr lvl="2" algn="ctr">
              <a:spcBef>
                <a:spcPts val="0"/>
              </a:spcBef>
              <a:spcAft>
                <a:spcPts val="0"/>
              </a:spcAft>
              <a:buClr>
                <a:schemeClr val="lt1"/>
              </a:buClr>
              <a:buSzPts val="1400"/>
              <a:buFont typeface="Forum"/>
              <a:buNone/>
              <a:defRPr>
                <a:latin typeface="Forum"/>
                <a:ea typeface="Forum"/>
                <a:cs typeface="Forum"/>
                <a:sym typeface="Forum"/>
              </a:defRPr>
            </a:lvl3pPr>
            <a:lvl4pPr lvl="3" algn="ctr">
              <a:spcBef>
                <a:spcPts val="0"/>
              </a:spcBef>
              <a:spcAft>
                <a:spcPts val="0"/>
              </a:spcAft>
              <a:buClr>
                <a:schemeClr val="lt1"/>
              </a:buClr>
              <a:buSzPts val="1400"/>
              <a:buFont typeface="Forum"/>
              <a:buNone/>
              <a:defRPr>
                <a:latin typeface="Forum"/>
                <a:ea typeface="Forum"/>
                <a:cs typeface="Forum"/>
                <a:sym typeface="Forum"/>
              </a:defRPr>
            </a:lvl4pPr>
            <a:lvl5pPr lvl="4" algn="ctr">
              <a:spcBef>
                <a:spcPts val="0"/>
              </a:spcBef>
              <a:spcAft>
                <a:spcPts val="0"/>
              </a:spcAft>
              <a:buClr>
                <a:schemeClr val="lt1"/>
              </a:buClr>
              <a:buSzPts val="1400"/>
              <a:buFont typeface="Forum"/>
              <a:buNone/>
              <a:defRPr>
                <a:latin typeface="Forum"/>
                <a:ea typeface="Forum"/>
                <a:cs typeface="Forum"/>
                <a:sym typeface="Forum"/>
              </a:defRPr>
            </a:lvl5pPr>
            <a:lvl6pPr lvl="5" algn="ctr">
              <a:spcBef>
                <a:spcPts val="0"/>
              </a:spcBef>
              <a:spcAft>
                <a:spcPts val="0"/>
              </a:spcAft>
              <a:buClr>
                <a:schemeClr val="lt1"/>
              </a:buClr>
              <a:buSzPts val="1400"/>
              <a:buFont typeface="Forum"/>
              <a:buNone/>
              <a:defRPr>
                <a:latin typeface="Forum"/>
                <a:ea typeface="Forum"/>
                <a:cs typeface="Forum"/>
                <a:sym typeface="Forum"/>
              </a:defRPr>
            </a:lvl6pPr>
            <a:lvl7pPr lvl="6" algn="ctr">
              <a:spcBef>
                <a:spcPts val="0"/>
              </a:spcBef>
              <a:spcAft>
                <a:spcPts val="0"/>
              </a:spcAft>
              <a:buClr>
                <a:schemeClr val="lt1"/>
              </a:buClr>
              <a:buSzPts val="1400"/>
              <a:buFont typeface="Forum"/>
              <a:buNone/>
              <a:defRPr>
                <a:latin typeface="Forum"/>
                <a:ea typeface="Forum"/>
                <a:cs typeface="Forum"/>
                <a:sym typeface="Forum"/>
              </a:defRPr>
            </a:lvl7pPr>
            <a:lvl8pPr lvl="7" algn="ctr">
              <a:spcBef>
                <a:spcPts val="0"/>
              </a:spcBef>
              <a:spcAft>
                <a:spcPts val="0"/>
              </a:spcAft>
              <a:buClr>
                <a:schemeClr val="lt1"/>
              </a:buClr>
              <a:buSzPts val="1400"/>
              <a:buFont typeface="Forum"/>
              <a:buNone/>
              <a:defRPr>
                <a:latin typeface="Forum"/>
                <a:ea typeface="Forum"/>
                <a:cs typeface="Forum"/>
                <a:sym typeface="Forum"/>
              </a:defRPr>
            </a:lvl8pPr>
            <a:lvl9pPr lvl="8" algn="ctr">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267" name="Google Shape;267;p27"/>
          <p:cNvSpPr txBox="1"/>
          <p:nvPr>
            <p:ph idx="9" type="subTitle"/>
          </p:nvPr>
        </p:nvSpPr>
        <p:spPr>
          <a:xfrm>
            <a:off x="6813900" y="1897511"/>
            <a:ext cx="2101200" cy="452400"/>
          </a:xfrm>
          <a:prstGeom prst="rect">
            <a:avLst/>
          </a:prstGeom>
        </p:spPr>
        <p:txBody>
          <a:bodyPr anchorCtr="0" anchor="t" bIns="91425" lIns="0" spcFirstLastPara="1" rIns="91425" wrap="square" tIns="0">
            <a:noAutofit/>
          </a:bodyPr>
          <a:lstStyle>
            <a:lvl1pPr lvl="0" algn="ctr">
              <a:lnSpc>
                <a:spcPct val="65000"/>
              </a:lnSpc>
              <a:spcBef>
                <a:spcPts val="0"/>
              </a:spcBef>
              <a:spcAft>
                <a:spcPts val="0"/>
              </a:spcAft>
              <a:buClr>
                <a:schemeClr val="lt1"/>
              </a:buClr>
              <a:buSzPts val="1800"/>
              <a:buFont typeface="Forum"/>
              <a:buNone/>
              <a:defRPr/>
            </a:lvl1pPr>
            <a:lvl2pPr lvl="1" algn="ctr">
              <a:spcBef>
                <a:spcPts val="0"/>
              </a:spcBef>
              <a:spcAft>
                <a:spcPts val="0"/>
              </a:spcAft>
              <a:buClr>
                <a:schemeClr val="lt1"/>
              </a:buClr>
              <a:buSzPts val="1400"/>
              <a:buFont typeface="Forum"/>
              <a:buNone/>
              <a:defRPr>
                <a:latin typeface="Forum"/>
                <a:ea typeface="Forum"/>
                <a:cs typeface="Forum"/>
                <a:sym typeface="Forum"/>
              </a:defRPr>
            </a:lvl2pPr>
            <a:lvl3pPr lvl="2" algn="ctr">
              <a:spcBef>
                <a:spcPts val="0"/>
              </a:spcBef>
              <a:spcAft>
                <a:spcPts val="0"/>
              </a:spcAft>
              <a:buClr>
                <a:schemeClr val="lt1"/>
              </a:buClr>
              <a:buSzPts val="1400"/>
              <a:buFont typeface="Forum"/>
              <a:buNone/>
              <a:defRPr>
                <a:latin typeface="Forum"/>
                <a:ea typeface="Forum"/>
                <a:cs typeface="Forum"/>
                <a:sym typeface="Forum"/>
              </a:defRPr>
            </a:lvl3pPr>
            <a:lvl4pPr lvl="3" algn="ctr">
              <a:spcBef>
                <a:spcPts val="0"/>
              </a:spcBef>
              <a:spcAft>
                <a:spcPts val="0"/>
              </a:spcAft>
              <a:buClr>
                <a:schemeClr val="lt1"/>
              </a:buClr>
              <a:buSzPts val="1400"/>
              <a:buFont typeface="Forum"/>
              <a:buNone/>
              <a:defRPr>
                <a:latin typeface="Forum"/>
                <a:ea typeface="Forum"/>
                <a:cs typeface="Forum"/>
                <a:sym typeface="Forum"/>
              </a:defRPr>
            </a:lvl4pPr>
            <a:lvl5pPr lvl="4" algn="ctr">
              <a:spcBef>
                <a:spcPts val="0"/>
              </a:spcBef>
              <a:spcAft>
                <a:spcPts val="0"/>
              </a:spcAft>
              <a:buClr>
                <a:schemeClr val="lt1"/>
              </a:buClr>
              <a:buSzPts val="1400"/>
              <a:buFont typeface="Forum"/>
              <a:buNone/>
              <a:defRPr>
                <a:latin typeface="Forum"/>
                <a:ea typeface="Forum"/>
                <a:cs typeface="Forum"/>
                <a:sym typeface="Forum"/>
              </a:defRPr>
            </a:lvl5pPr>
            <a:lvl6pPr lvl="5" algn="ctr">
              <a:spcBef>
                <a:spcPts val="0"/>
              </a:spcBef>
              <a:spcAft>
                <a:spcPts val="0"/>
              </a:spcAft>
              <a:buClr>
                <a:schemeClr val="lt1"/>
              </a:buClr>
              <a:buSzPts val="1400"/>
              <a:buFont typeface="Forum"/>
              <a:buNone/>
              <a:defRPr>
                <a:latin typeface="Forum"/>
                <a:ea typeface="Forum"/>
                <a:cs typeface="Forum"/>
                <a:sym typeface="Forum"/>
              </a:defRPr>
            </a:lvl6pPr>
            <a:lvl7pPr lvl="6" algn="ctr">
              <a:spcBef>
                <a:spcPts val="0"/>
              </a:spcBef>
              <a:spcAft>
                <a:spcPts val="0"/>
              </a:spcAft>
              <a:buClr>
                <a:schemeClr val="lt1"/>
              </a:buClr>
              <a:buSzPts val="1400"/>
              <a:buFont typeface="Forum"/>
              <a:buNone/>
              <a:defRPr>
                <a:latin typeface="Forum"/>
                <a:ea typeface="Forum"/>
                <a:cs typeface="Forum"/>
                <a:sym typeface="Forum"/>
              </a:defRPr>
            </a:lvl7pPr>
            <a:lvl8pPr lvl="7" algn="ctr">
              <a:spcBef>
                <a:spcPts val="0"/>
              </a:spcBef>
              <a:spcAft>
                <a:spcPts val="0"/>
              </a:spcAft>
              <a:buClr>
                <a:schemeClr val="lt1"/>
              </a:buClr>
              <a:buSzPts val="1400"/>
              <a:buFont typeface="Forum"/>
              <a:buNone/>
              <a:defRPr>
                <a:latin typeface="Forum"/>
                <a:ea typeface="Forum"/>
                <a:cs typeface="Forum"/>
                <a:sym typeface="Forum"/>
              </a:defRPr>
            </a:lvl8pPr>
            <a:lvl9pPr lvl="8" algn="ctr">
              <a:spcBef>
                <a:spcPts val="0"/>
              </a:spcBef>
              <a:spcAft>
                <a:spcPts val="0"/>
              </a:spcAft>
              <a:buClr>
                <a:schemeClr val="lt1"/>
              </a:buClr>
              <a:buSzPts val="1400"/>
              <a:buFont typeface="Forum"/>
              <a:buNone/>
              <a:defRPr>
                <a:latin typeface="Forum"/>
                <a:ea typeface="Forum"/>
                <a:cs typeface="Forum"/>
                <a:sym typeface="Forum"/>
              </a:defRPr>
            </a:lvl9pPr>
          </a:lstStyle>
          <a:p/>
        </p:txBody>
      </p:sp>
      <p:sp>
        <p:nvSpPr>
          <p:cNvPr id="268" name="Google Shape;268;p27"/>
          <p:cNvSpPr txBox="1"/>
          <p:nvPr>
            <p:ph type="title"/>
          </p:nvPr>
        </p:nvSpPr>
        <p:spPr>
          <a:xfrm>
            <a:off x="228600" y="460100"/>
            <a:ext cx="8686800" cy="587700"/>
          </a:xfrm>
          <a:prstGeom prst="rect">
            <a:avLst/>
          </a:prstGeom>
        </p:spPr>
        <p:txBody>
          <a:bodyPr anchorCtr="0" anchor="t" bIns="91425" lIns="91425" spcFirstLastPara="1" rIns="91425" wrap="square" tIns="0">
            <a:spAutoFit/>
          </a:bodyPr>
          <a:lstStyle>
            <a:lvl1pPr lvl="0" algn="ctr">
              <a:lnSpc>
                <a:spcPct val="70000"/>
              </a:lnSpc>
              <a:spcBef>
                <a:spcPts val="0"/>
              </a:spcBef>
              <a:spcAft>
                <a:spcPts val="0"/>
              </a:spcAft>
              <a:buNone/>
              <a:defRPr sz="2800"/>
            </a:lvl1pPr>
            <a:lvl2pPr lvl="1">
              <a:lnSpc>
                <a:spcPct val="115000"/>
              </a:lnSpc>
              <a:spcBef>
                <a:spcPts val="0"/>
              </a:spcBef>
              <a:spcAft>
                <a:spcPts val="0"/>
              </a:spcAft>
              <a:buNone/>
              <a:defRPr sz="2800"/>
            </a:lvl2pPr>
            <a:lvl3pPr lvl="2">
              <a:lnSpc>
                <a:spcPct val="115000"/>
              </a:lnSpc>
              <a:spcBef>
                <a:spcPts val="0"/>
              </a:spcBef>
              <a:spcAft>
                <a:spcPts val="0"/>
              </a:spcAft>
              <a:buNone/>
              <a:defRPr sz="2800"/>
            </a:lvl3pPr>
            <a:lvl4pPr lvl="3">
              <a:lnSpc>
                <a:spcPct val="115000"/>
              </a:lnSpc>
              <a:spcBef>
                <a:spcPts val="0"/>
              </a:spcBef>
              <a:spcAft>
                <a:spcPts val="0"/>
              </a:spcAft>
              <a:buNone/>
              <a:defRPr sz="2800"/>
            </a:lvl4pPr>
            <a:lvl5pPr lvl="4">
              <a:lnSpc>
                <a:spcPct val="115000"/>
              </a:lnSpc>
              <a:spcBef>
                <a:spcPts val="0"/>
              </a:spcBef>
              <a:spcAft>
                <a:spcPts val="0"/>
              </a:spcAft>
              <a:buNone/>
              <a:defRPr sz="2800"/>
            </a:lvl5pPr>
            <a:lvl6pPr lvl="5">
              <a:lnSpc>
                <a:spcPct val="115000"/>
              </a:lnSpc>
              <a:spcBef>
                <a:spcPts val="0"/>
              </a:spcBef>
              <a:spcAft>
                <a:spcPts val="0"/>
              </a:spcAft>
              <a:buNone/>
              <a:defRPr sz="2800"/>
            </a:lvl6pPr>
            <a:lvl7pPr lvl="6">
              <a:lnSpc>
                <a:spcPct val="115000"/>
              </a:lnSpc>
              <a:spcBef>
                <a:spcPts val="0"/>
              </a:spcBef>
              <a:spcAft>
                <a:spcPts val="0"/>
              </a:spcAft>
              <a:buNone/>
              <a:defRPr sz="2800"/>
            </a:lvl7pPr>
            <a:lvl8pPr lvl="7">
              <a:lnSpc>
                <a:spcPct val="115000"/>
              </a:lnSpc>
              <a:spcBef>
                <a:spcPts val="0"/>
              </a:spcBef>
              <a:spcAft>
                <a:spcPts val="0"/>
              </a:spcAft>
              <a:buNone/>
              <a:defRPr sz="2800"/>
            </a:lvl8pPr>
            <a:lvl9pPr lvl="8">
              <a:lnSpc>
                <a:spcPct val="115000"/>
              </a:lnSpc>
              <a:spcBef>
                <a:spcPts val="0"/>
              </a:spcBef>
              <a:spcAft>
                <a:spcPts val="0"/>
              </a:spcAft>
              <a:buNone/>
              <a:defRPr sz="2800"/>
            </a:lvl9pPr>
          </a:lstStyle>
          <a:p/>
        </p:txBody>
      </p:sp>
      <p:sp>
        <p:nvSpPr>
          <p:cNvPr id="269" name="Google Shape;269;p27"/>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
        <p:nvSpPr>
          <p:cNvPr id="270" name="Google Shape;270;p27"/>
          <p:cNvSpPr txBox="1"/>
          <p:nvPr>
            <p:ph idx="13" type="subTitle"/>
          </p:nvPr>
        </p:nvSpPr>
        <p:spPr>
          <a:xfrm>
            <a:off x="228600" y="2481621"/>
            <a:ext cx="2101200" cy="117300"/>
          </a:xfrm>
          <a:prstGeom prst="rect">
            <a:avLst/>
          </a:prstGeom>
        </p:spPr>
        <p:txBody>
          <a:bodyPr anchorCtr="0" anchor="t" bIns="0" lIns="0" spcFirstLastPara="1" rIns="0" wrap="square" tIns="0">
            <a:noAutofit/>
          </a:bodyPr>
          <a:lstStyle>
            <a:lvl1pPr lvl="0" algn="ctr">
              <a:lnSpc>
                <a:spcPct val="65000"/>
              </a:lnSpc>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1pPr>
            <a:lvl2pPr lvl="1"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2pPr>
            <a:lvl3pPr lvl="2"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3pPr>
            <a:lvl4pPr lvl="3"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4pPr>
            <a:lvl5pPr lvl="4"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5pPr>
            <a:lvl6pPr lvl="5"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6pPr>
            <a:lvl7pPr lvl="6"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7pPr>
            <a:lvl8pPr lvl="7"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8pPr>
            <a:lvl9pPr lvl="8"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9pPr>
          </a:lstStyle>
          <a:p/>
        </p:txBody>
      </p:sp>
      <p:sp>
        <p:nvSpPr>
          <p:cNvPr id="271" name="Google Shape;271;p27"/>
          <p:cNvSpPr txBox="1"/>
          <p:nvPr>
            <p:ph idx="14" type="subTitle"/>
          </p:nvPr>
        </p:nvSpPr>
        <p:spPr>
          <a:xfrm>
            <a:off x="228600" y="3169379"/>
            <a:ext cx="2101200" cy="117300"/>
          </a:xfrm>
          <a:prstGeom prst="rect">
            <a:avLst/>
          </a:prstGeom>
        </p:spPr>
        <p:txBody>
          <a:bodyPr anchorCtr="0" anchor="t" bIns="0" lIns="0" spcFirstLastPara="1" rIns="0" wrap="square" tIns="0">
            <a:noAutofit/>
          </a:bodyPr>
          <a:lstStyle>
            <a:lvl1pPr lvl="0" algn="ctr">
              <a:lnSpc>
                <a:spcPct val="65000"/>
              </a:lnSpc>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1pPr>
            <a:lvl2pPr lvl="1"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2pPr>
            <a:lvl3pPr lvl="2"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3pPr>
            <a:lvl4pPr lvl="3"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4pPr>
            <a:lvl5pPr lvl="4"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5pPr>
            <a:lvl6pPr lvl="5"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6pPr>
            <a:lvl7pPr lvl="6"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7pPr>
            <a:lvl8pPr lvl="7"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8pPr>
            <a:lvl9pPr lvl="8"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9pPr>
          </a:lstStyle>
          <a:p/>
        </p:txBody>
      </p:sp>
      <p:sp>
        <p:nvSpPr>
          <p:cNvPr id="272" name="Google Shape;272;p27"/>
          <p:cNvSpPr txBox="1"/>
          <p:nvPr>
            <p:ph idx="15" type="subTitle"/>
          </p:nvPr>
        </p:nvSpPr>
        <p:spPr>
          <a:xfrm>
            <a:off x="228600" y="3857113"/>
            <a:ext cx="2101200" cy="117300"/>
          </a:xfrm>
          <a:prstGeom prst="rect">
            <a:avLst/>
          </a:prstGeom>
        </p:spPr>
        <p:txBody>
          <a:bodyPr anchorCtr="0" anchor="t" bIns="0" lIns="0" spcFirstLastPara="1" rIns="0" wrap="square" tIns="0">
            <a:noAutofit/>
          </a:bodyPr>
          <a:lstStyle>
            <a:lvl1pPr lvl="0" algn="ctr">
              <a:lnSpc>
                <a:spcPct val="65000"/>
              </a:lnSpc>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1pPr>
            <a:lvl2pPr lvl="1"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2pPr>
            <a:lvl3pPr lvl="2"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3pPr>
            <a:lvl4pPr lvl="3"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4pPr>
            <a:lvl5pPr lvl="4"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5pPr>
            <a:lvl6pPr lvl="5"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6pPr>
            <a:lvl7pPr lvl="6"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7pPr>
            <a:lvl8pPr lvl="7"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8pPr>
            <a:lvl9pPr lvl="8"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9pPr>
          </a:lstStyle>
          <a:p/>
        </p:txBody>
      </p:sp>
      <p:sp>
        <p:nvSpPr>
          <p:cNvPr id="273" name="Google Shape;273;p27"/>
          <p:cNvSpPr txBox="1"/>
          <p:nvPr>
            <p:ph idx="16" type="subTitle"/>
          </p:nvPr>
        </p:nvSpPr>
        <p:spPr>
          <a:xfrm>
            <a:off x="228600" y="2692825"/>
            <a:ext cx="2101200" cy="1950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900"/>
              <a:buFont typeface="DM Sans"/>
              <a:buNone/>
              <a:defRPr sz="900">
                <a:latin typeface="DM Sans"/>
                <a:ea typeface="DM Sans"/>
                <a:cs typeface="DM Sans"/>
                <a:sym typeface="DM Sans"/>
              </a:defRPr>
            </a:lvl1pPr>
            <a:lvl2pPr lvl="1" algn="ctr">
              <a:spcBef>
                <a:spcPts val="0"/>
              </a:spcBef>
              <a:spcAft>
                <a:spcPts val="0"/>
              </a:spcAft>
              <a:buClr>
                <a:schemeClr val="lt1"/>
              </a:buClr>
              <a:buSzPts val="900"/>
              <a:buFont typeface="DM Sans"/>
              <a:buNone/>
              <a:defRPr sz="900">
                <a:latin typeface="DM Sans"/>
                <a:ea typeface="DM Sans"/>
                <a:cs typeface="DM Sans"/>
                <a:sym typeface="DM Sans"/>
              </a:defRPr>
            </a:lvl2pPr>
            <a:lvl3pPr lvl="2" algn="ctr">
              <a:spcBef>
                <a:spcPts val="0"/>
              </a:spcBef>
              <a:spcAft>
                <a:spcPts val="0"/>
              </a:spcAft>
              <a:buClr>
                <a:schemeClr val="lt1"/>
              </a:buClr>
              <a:buSzPts val="900"/>
              <a:buFont typeface="DM Sans"/>
              <a:buNone/>
              <a:defRPr sz="900">
                <a:latin typeface="DM Sans"/>
                <a:ea typeface="DM Sans"/>
                <a:cs typeface="DM Sans"/>
                <a:sym typeface="DM Sans"/>
              </a:defRPr>
            </a:lvl3pPr>
            <a:lvl4pPr lvl="3" algn="ctr">
              <a:spcBef>
                <a:spcPts val="0"/>
              </a:spcBef>
              <a:spcAft>
                <a:spcPts val="0"/>
              </a:spcAft>
              <a:buClr>
                <a:schemeClr val="lt1"/>
              </a:buClr>
              <a:buSzPts val="900"/>
              <a:buFont typeface="DM Sans"/>
              <a:buNone/>
              <a:defRPr sz="900">
                <a:latin typeface="DM Sans"/>
                <a:ea typeface="DM Sans"/>
                <a:cs typeface="DM Sans"/>
                <a:sym typeface="DM Sans"/>
              </a:defRPr>
            </a:lvl4pPr>
            <a:lvl5pPr lvl="4" algn="ctr">
              <a:spcBef>
                <a:spcPts val="0"/>
              </a:spcBef>
              <a:spcAft>
                <a:spcPts val="0"/>
              </a:spcAft>
              <a:buClr>
                <a:schemeClr val="lt1"/>
              </a:buClr>
              <a:buSzPts val="900"/>
              <a:buFont typeface="DM Sans"/>
              <a:buNone/>
              <a:defRPr sz="900">
                <a:latin typeface="DM Sans"/>
                <a:ea typeface="DM Sans"/>
                <a:cs typeface="DM Sans"/>
                <a:sym typeface="DM Sans"/>
              </a:defRPr>
            </a:lvl5pPr>
            <a:lvl6pPr lvl="5" algn="ctr">
              <a:spcBef>
                <a:spcPts val="0"/>
              </a:spcBef>
              <a:spcAft>
                <a:spcPts val="0"/>
              </a:spcAft>
              <a:buClr>
                <a:schemeClr val="lt1"/>
              </a:buClr>
              <a:buSzPts val="900"/>
              <a:buFont typeface="DM Sans"/>
              <a:buNone/>
              <a:defRPr sz="900">
                <a:latin typeface="DM Sans"/>
                <a:ea typeface="DM Sans"/>
                <a:cs typeface="DM Sans"/>
                <a:sym typeface="DM Sans"/>
              </a:defRPr>
            </a:lvl6pPr>
            <a:lvl7pPr lvl="6" algn="ctr">
              <a:spcBef>
                <a:spcPts val="0"/>
              </a:spcBef>
              <a:spcAft>
                <a:spcPts val="0"/>
              </a:spcAft>
              <a:buClr>
                <a:schemeClr val="lt1"/>
              </a:buClr>
              <a:buSzPts val="900"/>
              <a:buFont typeface="DM Sans"/>
              <a:buNone/>
              <a:defRPr sz="900">
                <a:latin typeface="DM Sans"/>
                <a:ea typeface="DM Sans"/>
                <a:cs typeface="DM Sans"/>
                <a:sym typeface="DM Sans"/>
              </a:defRPr>
            </a:lvl7pPr>
            <a:lvl8pPr lvl="7" algn="ctr">
              <a:spcBef>
                <a:spcPts val="0"/>
              </a:spcBef>
              <a:spcAft>
                <a:spcPts val="0"/>
              </a:spcAft>
              <a:buClr>
                <a:schemeClr val="lt1"/>
              </a:buClr>
              <a:buSzPts val="900"/>
              <a:buFont typeface="DM Sans"/>
              <a:buNone/>
              <a:defRPr sz="900">
                <a:latin typeface="DM Sans"/>
                <a:ea typeface="DM Sans"/>
                <a:cs typeface="DM Sans"/>
                <a:sym typeface="DM Sans"/>
              </a:defRPr>
            </a:lvl8pPr>
            <a:lvl9pPr lvl="8" algn="ctr">
              <a:spcBef>
                <a:spcPts val="0"/>
              </a:spcBef>
              <a:spcAft>
                <a:spcPts val="0"/>
              </a:spcAft>
              <a:buClr>
                <a:schemeClr val="lt1"/>
              </a:buClr>
              <a:buSzPts val="900"/>
              <a:buFont typeface="DM Sans"/>
              <a:buNone/>
              <a:defRPr sz="900">
                <a:latin typeface="DM Sans"/>
                <a:ea typeface="DM Sans"/>
                <a:cs typeface="DM Sans"/>
                <a:sym typeface="DM Sans"/>
              </a:defRPr>
            </a:lvl9pPr>
          </a:lstStyle>
          <a:p/>
        </p:txBody>
      </p:sp>
      <p:sp>
        <p:nvSpPr>
          <p:cNvPr id="274" name="Google Shape;274;p27"/>
          <p:cNvSpPr txBox="1"/>
          <p:nvPr>
            <p:ph idx="17" type="subTitle"/>
          </p:nvPr>
        </p:nvSpPr>
        <p:spPr>
          <a:xfrm>
            <a:off x="228600" y="3380220"/>
            <a:ext cx="2101200" cy="1950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900"/>
              <a:buFont typeface="DM Sans"/>
              <a:buNone/>
              <a:defRPr sz="900">
                <a:latin typeface="DM Sans"/>
                <a:ea typeface="DM Sans"/>
                <a:cs typeface="DM Sans"/>
                <a:sym typeface="DM Sans"/>
              </a:defRPr>
            </a:lvl1pPr>
            <a:lvl2pPr lvl="1" algn="ctr">
              <a:spcBef>
                <a:spcPts val="0"/>
              </a:spcBef>
              <a:spcAft>
                <a:spcPts val="0"/>
              </a:spcAft>
              <a:buClr>
                <a:schemeClr val="lt1"/>
              </a:buClr>
              <a:buSzPts val="900"/>
              <a:buFont typeface="DM Sans"/>
              <a:buNone/>
              <a:defRPr sz="900">
                <a:latin typeface="DM Sans"/>
                <a:ea typeface="DM Sans"/>
                <a:cs typeface="DM Sans"/>
                <a:sym typeface="DM Sans"/>
              </a:defRPr>
            </a:lvl2pPr>
            <a:lvl3pPr lvl="2" algn="ctr">
              <a:spcBef>
                <a:spcPts val="0"/>
              </a:spcBef>
              <a:spcAft>
                <a:spcPts val="0"/>
              </a:spcAft>
              <a:buClr>
                <a:schemeClr val="lt1"/>
              </a:buClr>
              <a:buSzPts val="900"/>
              <a:buFont typeface="DM Sans"/>
              <a:buNone/>
              <a:defRPr sz="900">
                <a:latin typeface="DM Sans"/>
                <a:ea typeface="DM Sans"/>
                <a:cs typeface="DM Sans"/>
                <a:sym typeface="DM Sans"/>
              </a:defRPr>
            </a:lvl3pPr>
            <a:lvl4pPr lvl="3" algn="ctr">
              <a:spcBef>
                <a:spcPts val="0"/>
              </a:spcBef>
              <a:spcAft>
                <a:spcPts val="0"/>
              </a:spcAft>
              <a:buClr>
                <a:schemeClr val="lt1"/>
              </a:buClr>
              <a:buSzPts val="900"/>
              <a:buFont typeface="DM Sans"/>
              <a:buNone/>
              <a:defRPr sz="900">
                <a:latin typeface="DM Sans"/>
                <a:ea typeface="DM Sans"/>
                <a:cs typeface="DM Sans"/>
                <a:sym typeface="DM Sans"/>
              </a:defRPr>
            </a:lvl4pPr>
            <a:lvl5pPr lvl="4" algn="ctr">
              <a:spcBef>
                <a:spcPts val="0"/>
              </a:spcBef>
              <a:spcAft>
                <a:spcPts val="0"/>
              </a:spcAft>
              <a:buClr>
                <a:schemeClr val="lt1"/>
              </a:buClr>
              <a:buSzPts val="900"/>
              <a:buFont typeface="DM Sans"/>
              <a:buNone/>
              <a:defRPr sz="900">
                <a:latin typeface="DM Sans"/>
                <a:ea typeface="DM Sans"/>
                <a:cs typeface="DM Sans"/>
                <a:sym typeface="DM Sans"/>
              </a:defRPr>
            </a:lvl5pPr>
            <a:lvl6pPr lvl="5" algn="ctr">
              <a:spcBef>
                <a:spcPts val="0"/>
              </a:spcBef>
              <a:spcAft>
                <a:spcPts val="0"/>
              </a:spcAft>
              <a:buClr>
                <a:schemeClr val="lt1"/>
              </a:buClr>
              <a:buSzPts val="900"/>
              <a:buFont typeface="DM Sans"/>
              <a:buNone/>
              <a:defRPr sz="900">
                <a:latin typeface="DM Sans"/>
                <a:ea typeface="DM Sans"/>
                <a:cs typeface="DM Sans"/>
                <a:sym typeface="DM Sans"/>
              </a:defRPr>
            </a:lvl6pPr>
            <a:lvl7pPr lvl="6" algn="ctr">
              <a:spcBef>
                <a:spcPts val="0"/>
              </a:spcBef>
              <a:spcAft>
                <a:spcPts val="0"/>
              </a:spcAft>
              <a:buClr>
                <a:schemeClr val="lt1"/>
              </a:buClr>
              <a:buSzPts val="900"/>
              <a:buFont typeface="DM Sans"/>
              <a:buNone/>
              <a:defRPr sz="900">
                <a:latin typeface="DM Sans"/>
                <a:ea typeface="DM Sans"/>
                <a:cs typeface="DM Sans"/>
                <a:sym typeface="DM Sans"/>
              </a:defRPr>
            </a:lvl7pPr>
            <a:lvl8pPr lvl="7" algn="ctr">
              <a:spcBef>
                <a:spcPts val="0"/>
              </a:spcBef>
              <a:spcAft>
                <a:spcPts val="0"/>
              </a:spcAft>
              <a:buClr>
                <a:schemeClr val="lt1"/>
              </a:buClr>
              <a:buSzPts val="900"/>
              <a:buFont typeface="DM Sans"/>
              <a:buNone/>
              <a:defRPr sz="900">
                <a:latin typeface="DM Sans"/>
                <a:ea typeface="DM Sans"/>
                <a:cs typeface="DM Sans"/>
                <a:sym typeface="DM Sans"/>
              </a:defRPr>
            </a:lvl8pPr>
            <a:lvl9pPr lvl="8" algn="ctr">
              <a:spcBef>
                <a:spcPts val="0"/>
              </a:spcBef>
              <a:spcAft>
                <a:spcPts val="0"/>
              </a:spcAft>
              <a:buClr>
                <a:schemeClr val="lt1"/>
              </a:buClr>
              <a:buSzPts val="900"/>
              <a:buFont typeface="DM Sans"/>
              <a:buNone/>
              <a:defRPr sz="900">
                <a:latin typeface="DM Sans"/>
                <a:ea typeface="DM Sans"/>
                <a:cs typeface="DM Sans"/>
                <a:sym typeface="DM Sans"/>
              </a:defRPr>
            </a:lvl9pPr>
          </a:lstStyle>
          <a:p/>
        </p:txBody>
      </p:sp>
      <p:sp>
        <p:nvSpPr>
          <p:cNvPr id="275" name="Google Shape;275;p27"/>
          <p:cNvSpPr txBox="1"/>
          <p:nvPr>
            <p:ph idx="18" type="subTitle"/>
          </p:nvPr>
        </p:nvSpPr>
        <p:spPr>
          <a:xfrm>
            <a:off x="228600" y="4068356"/>
            <a:ext cx="2101200" cy="1950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900"/>
              <a:buFont typeface="DM Sans"/>
              <a:buNone/>
              <a:defRPr sz="900">
                <a:latin typeface="DM Sans"/>
                <a:ea typeface="DM Sans"/>
                <a:cs typeface="DM Sans"/>
                <a:sym typeface="DM Sans"/>
              </a:defRPr>
            </a:lvl1pPr>
            <a:lvl2pPr lvl="1" algn="ctr">
              <a:spcBef>
                <a:spcPts val="0"/>
              </a:spcBef>
              <a:spcAft>
                <a:spcPts val="0"/>
              </a:spcAft>
              <a:buClr>
                <a:schemeClr val="lt1"/>
              </a:buClr>
              <a:buSzPts val="900"/>
              <a:buFont typeface="DM Sans"/>
              <a:buNone/>
              <a:defRPr sz="900">
                <a:latin typeface="DM Sans"/>
                <a:ea typeface="DM Sans"/>
                <a:cs typeface="DM Sans"/>
                <a:sym typeface="DM Sans"/>
              </a:defRPr>
            </a:lvl2pPr>
            <a:lvl3pPr lvl="2" algn="ctr">
              <a:spcBef>
                <a:spcPts val="0"/>
              </a:spcBef>
              <a:spcAft>
                <a:spcPts val="0"/>
              </a:spcAft>
              <a:buClr>
                <a:schemeClr val="lt1"/>
              </a:buClr>
              <a:buSzPts val="900"/>
              <a:buFont typeface="DM Sans"/>
              <a:buNone/>
              <a:defRPr sz="900">
                <a:latin typeface="DM Sans"/>
                <a:ea typeface="DM Sans"/>
                <a:cs typeface="DM Sans"/>
                <a:sym typeface="DM Sans"/>
              </a:defRPr>
            </a:lvl3pPr>
            <a:lvl4pPr lvl="3" algn="ctr">
              <a:spcBef>
                <a:spcPts val="0"/>
              </a:spcBef>
              <a:spcAft>
                <a:spcPts val="0"/>
              </a:spcAft>
              <a:buClr>
                <a:schemeClr val="lt1"/>
              </a:buClr>
              <a:buSzPts val="900"/>
              <a:buFont typeface="DM Sans"/>
              <a:buNone/>
              <a:defRPr sz="900">
                <a:latin typeface="DM Sans"/>
                <a:ea typeface="DM Sans"/>
                <a:cs typeface="DM Sans"/>
                <a:sym typeface="DM Sans"/>
              </a:defRPr>
            </a:lvl4pPr>
            <a:lvl5pPr lvl="4" algn="ctr">
              <a:spcBef>
                <a:spcPts val="0"/>
              </a:spcBef>
              <a:spcAft>
                <a:spcPts val="0"/>
              </a:spcAft>
              <a:buClr>
                <a:schemeClr val="lt1"/>
              </a:buClr>
              <a:buSzPts val="900"/>
              <a:buFont typeface="DM Sans"/>
              <a:buNone/>
              <a:defRPr sz="900">
                <a:latin typeface="DM Sans"/>
                <a:ea typeface="DM Sans"/>
                <a:cs typeface="DM Sans"/>
                <a:sym typeface="DM Sans"/>
              </a:defRPr>
            </a:lvl5pPr>
            <a:lvl6pPr lvl="5" algn="ctr">
              <a:spcBef>
                <a:spcPts val="0"/>
              </a:spcBef>
              <a:spcAft>
                <a:spcPts val="0"/>
              </a:spcAft>
              <a:buClr>
                <a:schemeClr val="lt1"/>
              </a:buClr>
              <a:buSzPts val="900"/>
              <a:buFont typeface="DM Sans"/>
              <a:buNone/>
              <a:defRPr sz="900">
                <a:latin typeface="DM Sans"/>
                <a:ea typeface="DM Sans"/>
                <a:cs typeface="DM Sans"/>
                <a:sym typeface="DM Sans"/>
              </a:defRPr>
            </a:lvl6pPr>
            <a:lvl7pPr lvl="6" algn="ctr">
              <a:spcBef>
                <a:spcPts val="0"/>
              </a:spcBef>
              <a:spcAft>
                <a:spcPts val="0"/>
              </a:spcAft>
              <a:buClr>
                <a:schemeClr val="lt1"/>
              </a:buClr>
              <a:buSzPts val="900"/>
              <a:buFont typeface="DM Sans"/>
              <a:buNone/>
              <a:defRPr sz="900">
                <a:latin typeface="DM Sans"/>
                <a:ea typeface="DM Sans"/>
                <a:cs typeface="DM Sans"/>
                <a:sym typeface="DM Sans"/>
              </a:defRPr>
            </a:lvl7pPr>
            <a:lvl8pPr lvl="7" algn="ctr">
              <a:spcBef>
                <a:spcPts val="0"/>
              </a:spcBef>
              <a:spcAft>
                <a:spcPts val="0"/>
              </a:spcAft>
              <a:buClr>
                <a:schemeClr val="lt1"/>
              </a:buClr>
              <a:buSzPts val="900"/>
              <a:buFont typeface="DM Sans"/>
              <a:buNone/>
              <a:defRPr sz="900">
                <a:latin typeface="DM Sans"/>
                <a:ea typeface="DM Sans"/>
                <a:cs typeface="DM Sans"/>
                <a:sym typeface="DM Sans"/>
              </a:defRPr>
            </a:lvl8pPr>
            <a:lvl9pPr lvl="8" algn="ctr">
              <a:spcBef>
                <a:spcPts val="0"/>
              </a:spcBef>
              <a:spcAft>
                <a:spcPts val="0"/>
              </a:spcAft>
              <a:buClr>
                <a:schemeClr val="lt1"/>
              </a:buClr>
              <a:buSzPts val="900"/>
              <a:buFont typeface="DM Sans"/>
              <a:buNone/>
              <a:defRPr sz="900">
                <a:latin typeface="DM Sans"/>
                <a:ea typeface="DM Sans"/>
                <a:cs typeface="DM Sans"/>
                <a:sym typeface="DM Sans"/>
              </a:defRPr>
            </a:lvl9pPr>
          </a:lstStyle>
          <a:p/>
        </p:txBody>
      </p:sp>
      <p:sp>
        <p:nvSpPr>
          <p:cNvPr id="276" name="Google Shape;276;p27"/>
          <p:cNvSpPr txBox="1"/>
          <p:nvPr>
            <p:ph idx="19" type="subTitle"/>
          </p:nvPr>
        </p:nvSpPr>
        <p:spPr>
          <a:xfrm>
            <a:off x="2423700" y="2481621"/>
            <a:ext cx="2101200" cy="117300"/>
          </a:xfrm>
          <a:prstGeom prst="rect">
            <a:avLst/>
          </a:prstGeom>
        </p:spPr>
        <p:txBody>
          <a:bodyPr anchorCtr="0" anchor="t" bIns="0" lIns="0" spcFirstLastPara="1" rIns="0" wrap="square" tIns="0">
            <a:noAutofit/>
          </a:bodyPr>
          <a:lstStyle>
            <a:lvl1pPr lvl="0" algn="ctr">
              <a:lnSpc>
                <a:spcPct val="65000"/>
              </a:lnSpc>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1pPr>
            <a:lvl2pPr lvl="1"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2pPr>
            <a:lvl3pPr lvl="2"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3pPr>
            <a:lvl4pPr lvl="3"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4pPr>
            <a:lvl5pPr lvl="4"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5pPr>
            <a:lvl6pPr lvl="5"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6pPr>
            <a:lvl7pPr lvl="6"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7pPr>
            <a:lvl8pPr lvl="7"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8pPr>
            <a:lvl9pPr lvl="8"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9pPr>
          </a:lstStyle>
          <a:p/>
        </p:txBody>
      </p:sp>
      <p:sp>
        <p:nvSpPr>
          <p:cNvPr id="277" name="Google Shape;277;p27"/>
          <p:cNvSpPr txBox="1"/>
          <p:nvPr>
            <p:ph idx="20" type="subTitle"/>
          </p:nvPr>
        </p:nvSpPr>
        <p:spPr>
          <a:xfrm>
            <a:off x="2423700" y="3169379"/>
            <a:ext cx="2101200" cy="117300"/>
          </a:xfrm>
          <a:prstGeom prst="rect">
            <a:avLst/>
          </a:prstGeom>
        </p:spPr>
        <p:txBody>
          <a:bodyPr anchorCtr="0" anchor="t" bIns="0" lIns="0" spcFirstLastPara="1" rIns="0" wrap="square" tIns="0">
            <a:noAutofit/>
          </a:bodyPr>
          <a:lstStyle>
            <a:lvl1pPr lvl="0" algn="ctr">
              <a:lnSpc>
                <a:spcPct val="65000"/>
              </a:lnSpc>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1pPr>
            <a:lvl2pPr lvl="1"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2pPr>
            <a:lvl3pPr lvl="2"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3pPr>
            <a:lvl4pPr lvl="3"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4pPr>
            <a:lvl5pPr lvl="4"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5pPr>
            <a:lvl6pPr lvl="5"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6pPr>
            <a:lvl7pPr lvl="6"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7pPr>
            <a:lvl8pPr lvl="7"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8pPr>
            <a:lvl9pPr lvl="8"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9pPr>
          </a:lstStyle>
          <a:p/>
        </p:txBody>
      </p:sp>
      <p:sp>
        <p:nvSpPr>
          <p:cNvPr id="278" name="Google Shape;278;p27"/>
          <p:cNvSpPr txBox="1"/>
          <p:nvPr>
            <p:ph idx="21" type="subTitle"/>
          </p:nvPr>
        </p:nvSpPr>
        <p:spPr>
          <a:xfrm>
            <a:off x="2423700" y="3857113"/>
            <a:ext cx="2101200" cy="117300"/>
          </a:xfrm>
          <a:prstGeom prst="rect">
            <a:avLst/>
          </a:prstGeom>
        </p:spPr>
        <p:txBody>
          <a:bodyPr anchorCtr="0" anchor="t" bIns="0" lIns="0" spcFirstLastPara="1" rIns="0" wrap="square" tIns="0">
            <a:noAutofit/>
          </a:bodyPr>
          <a:lstStyle>
            <a:lvl1pPr lvl="0" algn="ctr">
              <a:lnSpc>
                <a:spcPct val="65000"/>
              </a:lnSpc>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1pPr>
            <a:lvl2pPr lvl="1"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2pPr>
            <a:lvl3pPr lvl="2"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3pPr>
            <a:lvl4pPr lvl="3"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4pPr>
            <a:lvl5pPr lvl="4"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5pPr>
            <a:lvl6pPr lvl="5"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6pPr>
            <a:lvl7pPr lvl="6"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7pPr>
            <a:lvl8pPr lvl="7"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8pPr>
            <a:lvl9pPr lvl="8"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9pPr>
          </a:lstStyle>
          <a:p/>
        </p:txBody>
      </p:sp>
      <p:sp>
        <p:nvSpPr>
          <p:cNvPr id="279" name="Google Shape;279;p27"/>
          <p:cNvSpPr txBox="1"/>
          <p:nvPr>
            <p:ph idx="22" type="subTitle"/>
          </p:nvPr>
        </p:nvSpPr>
        <p:spPr>
          <a:xfrm>
            <a:off x="2423700" y="2692825"/>
            <a:ext cx="2101200" cy="1950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900"/>
              <a:buFont typeface="DM Sans"/>
              <a:buNone/>
              <a:defRPr sz="900">
                <a:latin typeface="DM Sans"/>
                <a:ea typeface="DM Sans"/>
                <a:cs typeface="DM Sans"/>
                <a:sym typeface="DM Sans"/>
              </a:defRPr>
            </a:lvl1pPr>
            <a:lvl2pPr lvl="1" algn="ctr">
              <a:spcBef>
                <a:spcPts val="0"/>
              </a:spcBef>
              <a:spcAft>
                <a:spcPts val="0"/>
              </a:spcAft>
              <a:buClr>
                <a:schemeClr val="lt1"/>
              </a:buClr>
              <a:buSzPts val="900"/>
              <a:buFont typeface="DM Sans"/>
              <a:buNone/>
              <a:defRPr sz="900">
                <a:latin typeface="DM Sans"/>
                <a:ea typeface="DM Sans"/>
                <a:cs typeface="DM Sans"/>
                <a:sym typeface="DM Sans"/>
              </a:defRPr>
            </a:lvl2pPr>
            <a:lvl3pPr lvl="2" algn="ctr">
              <a:spcBef>
                <a:spcPts val="0"/>
              </a:spcBef>
              <a:spcAft>
                <a:spcPts val="0"/>
              </a:spcAft>
              <a:buClr>
                <a:schemeClr val="lt1"/>
              </a:buClr>
              <a:buSzPts val="900"/>
              <a:buFont typeface="DM Sans"/>
              <a:buNone/>
              <a:defRPr sz="900">
                <a:latin typeface="DM Sans"/>
                <a:ea typeface="DM Sans"/>
                <a:cs typeface="DM Sans"/>
                <a:sym typeface="DM Sans"/>
              </a:defRPr>
            </a:lvl3pPr>
            <a:lvl4pPr lvl="3" algn="ctr">
              <a:spcBef>
                <a:spcPts val="0"/>
              </a:spcBef>
              <a:spcAft>
                <a:spcPts val="0"/>
              </a:spcAft>
              <a:buClr>
                <a:schemeClr val="lt1"/>
              </a:buClr>
              <a:buSzPts val="900"/>
              <a:buFont typeface="DM Sans"/>
              <a:buNone/>
              <a:defRPr sz="900">
                <a:latin typeface="DM Sans"/>
                <a:ea typeface="DM Sans"/>
                <a:cs typeface="DM Sans"/>
                <a:sym typeface="DM Sans"/>
              </a:defRPr>
            </a:lvl4pPr>
            <a:lvl5pPr lvl="4" algn="ctr">
              <a:spcBef>
                <a:spcPts val="0"/>
              </a:spcBef>
              <a:spcAft>
                <a:spcPts val="0"/>
              </a:spcAft>
              <a:buClr>
                <a:schemeClr val="lt1"/>
              </a:buClr>
              <a:buSzPts val="900"/>
              <a:buFont typeface="DM Sans"/>
              <a:buNone/>
              <a:defRPr sz="900">
                <a:latin typeface="DM Sans"/>
                <a:ea typeface="DM Sans"/>
                <a:cs typeface="DM Sans"/>
                <a:sym typeface="DM Sans"/>
              </a:defRPr>
            </a:lvl5pPr>
            <a:lvl6pPr lvl="5" algn="ctr">
              <a:spcBef>
                <a:spcPts val="0"/>
              </a:spcBef>
              <a:spcAft>
                <a:spcPts val="0"/>
              </a:spcAft>
              <a:buClr>
                <a:schemeClr val="lt1"/>
              </a:buClr>
              <a:buSzPts val="900"/>
              <a:buFont typeface="DM Sans"/>
              <a:buNone/>
              <a:defRPr sz="900">
                <a:latin typeface="DM Sans"/>
                <a:ea typeface="DM Sans"/>
                <a:cs typeface="DM Sans"/>
                <a:sym typeface="DM Sans"/>
              </a:defRPr>
            </a:lvl6pPr>
            <a:lvl7pPr lvl="6" algn="ctr">
              <a:spcBef>
                <a:spcPts val="0"/>
              </a:spcBef>
              <a:spcAft>
                <a:spcPts val="0"/>
              </a:spcAft>
              <a:buClr>
                <a:schemeClr val="lt1"/>
              </a:buClr>
              <a:buSzPts val="900"/>
              <a:buFont typeface="DM Sans"/>
              <a:buNone/>
              <a:defRPr sz="900">
                <a:latin typeface="DM Sans"/>
                <a:ea typeface="DM Sans"/>
                <a:cs typeface="DM Sans"/>
                <a:sym typeface="DM Sans"/>
              </a:defRPr>
            </a:lvl7pPr>
            <a:lvl8pPr lvl="7" algn="ctr">
              <a:spcBef>
                <a:spcPts val="0"/>
              </a:spcBef>
              <a:spcAft>
                <a:spcPts val="0"/>
              </a:spcAft>
              <a:buClr>
                <a:schemeClr val="lt1"/>
              </a:buClr>
              <a:buSzPts val="900"/>
              <a:buFont typeface="DM Sans"/>
              <a:buNone/>
              <a:defRPr sz="900">
                <a:latin typeface="DM Sans"/>
                <a:ea typeface="DM Sans"/>
                <a:cs typeface="DM Sans"/>
                <a:sym typeface="DM Sans"/>
              </a:defRPr>
            </a:lvl8pPr>
            <a:lvl9pPr lvl="8" algn="ctr">
              <a:spcBef>
                <a:spcPts val="0"/>
              </a:spcBef>
              <a:spcAft>
                <a:spcPts val="0"/>
              </a:spcAft>
              <a:buClr>
                <a:schemeClr val="lt1"/>
              </a:buClr>
              <a:buSzPts val="900"/>
              <a:buFont typeface="DM Sans"/>
              <a:buNone/>
              <a:defRPr sz="900">
                <a:latin typeface="DM Sans"/>
                <a:ea typeface="DM Sans"/>
                <a:cs typeface="DM Sans"/>
                <a:sym typeface="DM Sans"/>
              </a:defRPr>
            </a:lvl9pPr>
          </a:lstStyle>
          <a:p/>
        </p:txBody>
      </p:sp>
      <p:sp>
        <p:nvSpPr>
          <p:cNvPr id="280" name="Google Shape;280;p27"/>
          <p:cNvSpPr txBox="1"/>
          <p:nvPr>
            <p:ph idx="23" type="subTitle"/>
          </p:nvPr>
        </p:nvSpPr>
        <p:spPr>
          <a:xfrm>
            <a:off x="2423700" y="3380220"/>
            <a:ext cx="2101200" cy="1950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900"/>
              <a:buFont typeface="DM Sans"/>
              <a:buNone/>
              <a:defRPr sz="900">
                <a:latin typeface="DM Sans"/>
                <a:ea typeface="DM Sans"/>
                <a:cs typeface="DM Sans"/>
                <a:sym typeface="DM Sans"/>
              </a:defRPr>
            </a:lvl1pPr>
            <a:lvl2pPr lvl="1" algn="ctr">
              <a:spcBef>
                <a:spcPts val="0"/>
              </a:spcBef>
              <a:spcAft>
                <a:spcPts val="0"/>
              </a:spcAft>
              <a:buClr>
                <a:schemeClr val="lt1"/>
              </a:buClr>
              <a:buSzPts val="900"/>
              <a:buFont typeface="DM Sans"/>
              <a:buNone/>
              <a:defRPr sz="900">
                <a:latin typeface="DM Sans"/>
                <a:ea typeface="DM Sans"/>
                <a:cs typeface="DM Sans"/>
                <a:sym typeface="DM Sans"/>
              </a:defRPr>
            </a:lvl2pPr>
            <a:lvl3pPr lvl="2" algn="ctr">
              <a:spcBef>
                <a:spcPts val="0"/>
              </a:spcBef>
              <a:spcAft>
                <a:spcPts val="0"/>
              </a:spcAft>
              <a:buClr>
                <a:schemeClr val="lt1"/>
              </a:buClr>
              <a:buSzPts val="900"/>
              <a:buFont typeface="DM Sans"/>
              <a:buNone/>
              <a:defRPr sz="900">
                <a:latin typeface="DM Sans"/>
                <a:ea typeface="DM Sans"/>
                <a:cs typeface="DM Sans"/>
                <a:sym typeface="DM Sans"/>
              </a:defRPr>
            </a:lvl3pPr>
            <a:lvl4pPr lvl="3" algn="ctr">
              <a:spcBef>
                <a:spcPts val="0"/>
              </a:spcBef>
              <a:spcAft>
                <a:spcPts val="0"/>
              </a:spcAft>
              <a:buClr>
                <a:schemeClr val="lt1"/>
              </a:buClr>
              <a:buSzPts val="900"/>
              <a:buFont typeface="DM Sans"/>
              <a:buNone/>
              <a:defRPr sz="900">
                <a:latin typeface="DM Sans"/>
                <a:ea typeface="DM Sans"/>
                <a:cs typeface="DM Sans"/>
                <a:sym typeface="DM Sans"/>
              </a:defRPr>
            </a:lvl4pPr>
            <a:lvl5pPr lvl="4" algn="ctr">
              <a:spcBef>
                <a:spcPts val="0"/>
              </a:spcBef>
              <a:spcAft>
                <a:spcPts val="0"/>
              </a:spcAft>
              <a:buClr>
                <a:schemeClr val="lt1"/>
              </a:buClr>
              <a:buSzPts val="900"/>
              <a:buFont typeface="DM Sans"/>
              <a:buNone/>
              <a:defRPr sz="900">
                <a:latin typeface="DM Sans"/>
                <a:ea typeface="DM Sans"/>
                <a:cs typeface="DM Sans"/>
                <a:sym typeface="DM Sans"/>
              </a:defRPr>
            </a:lvl5pPr>
            <a:lvl6pPr lvl="5" algn="ctr">
              <a:spcBef>
                <a:spcPts val="0"/>
              </a:spcBef>
              <a:spcAft>
                <a:spcPts val="0"/>
              </a:spcAft>
              <a:buClr>
                <a:schemeClr val="lt1"/>
              </a:buClr>
              <a:buSzPts val="900"/>
              <a:buFont typeface="DM Sans"/>
              <a:buNone/>
              <a:defRPr sz="900">
                <a:latin typeface="DM Sans"/>
                <a:ea typeface="DM Sans"/>
                <a:cs typeface="DM Sans"/>
                <a:sym typeface="DM Sans"/>
              </a:defRPr>
            </a:lvl6pPr>
            <a:lvl7pPr lvl="6" algn="ctr">
              <a:spcBef>
                <a:spcPts val="0"/>
              </a:spcBef>
              <a:spcAft>
                <a:spcPts val="0"/>
              </a:spcAft>
              <a:buClr>
                <a:schemeClr val="lt1"/>
              </a:buClr>
              <a:buSzPts val="900"/>
              <a:buFont typeface="DM Sans"/>
              <a:buNone/>
              <a:defRPr sz="900">
                <a:latin typeface="DM Sans"/>
                <a:ea typeface="DM Sans"/>
                <a:cs typeface="DM Sans"/>
                <a:sym typeface="DM Sans"/>
              </a:defRPr>
            </a:lvl7pPr>
            <a:lvl8pPr lvl="7" algn="ctr">
              <a:spcBef>
                <a:spcPts val="0"/>
              </a:spcBef>
              <a:spcAft>
                <a:spcPts val="0"/>
              </a:spcAft>
              <a:buClr>
                <a:schemeClr val="lt1"/>
              </a:buClr>
              <a:buSzPts val="900"/>
              <a:buFont typeface="DM Sans"/>
              <a:buNone/>
              <a:defRPr sz="900">
                <a:latin typeface="DM Sans"/>
                <a:ea typeface="DM Sans"/>
                <a:cs typeface="DM Sans"/>
                <a:sym typeface="DM Sans"/>
              </a:defRPr>
            </a:lvl8pPr>
            <a:lvl9pPr lvl="8" algn="ctr">
              <a:spcBef>
                <a:spcPts val="0"/>
              </a:spcBef>
              <a:spcAft>
                <a:spcPts val="0"/>
              </a:spcAft>
              <a:buClr>
                <a:schemeClr val="lt1"/>
              </a:buClr>
              <a:buSzPts val="900"/>
              <a:buFont typeface="DM Sans"/>
              <a:buNone/>
              <a:defRPr sz="900">
                <a:latin typeface="DM Sans"/>
                <a:ea typeface="DM Sans"/>
                <a:cs typeface="DM Sans"/>
                <a:sym typeface="DM Sans"/>
              </a:defRPr>
            </a:lvl9pPr>
          </a:lstStyle>
          <a:p/>
        </p:txBody>
      </p:sp>
      <p:sp>
        <p:nvSpPr>
          <p:cNvPr id="281" name="Google Shape;281;p27"/>
          <p:cNvSpPr txBox="1"/>
          <p:nvPr>
            <p:ph idx="24" type="subTitle"/>
          </p:nvPr>
        </p:nvSpPr>
        <p:spPr>
          <a:xfrm>
            <a:off x="2423700" y="4068356"/>
            <a:ext cx="2101200" cy="1950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900"/>
              <a:buFont typeface="DM Sans"/>
              <a:buNone/>
              <a:defRPr sz="900">
                <a:latin typeface="DM Sans"/>
                <a:ea typeface="DM Sans"/>
                <a:cs typeface="DM Sans"/>
                <a:sym typeface="DM Sans"/>
              </a:defRPr>
            </a:lvl1pPr>
            <a:lvl2pPr lvl="1" algn="ctr">
              <a:spcBef>
                <a:spcPts val="0"/>
              </a:spcBef>
              <a:spcAft>
                <a:spcPts val="0"/>
              </a:spcAft>
              <a:buClr>
                <a:schemeClr val="lt1"/>
              </a:buClr>
              <a:buSzPts val="900"/>
              <a:buFont typeface="DM Sans"/>
              <a:buNone/>
              <a:defRPr sz="900">
                <a:latin typeface="DM Sans"/>
                <a:ea typeface="DM Sans"/>
                <a:cs typeface="DM Sans"/>
                <a:sym typeface="DM Sans"/>
              </a:defRPr>
            </a:lvl2pPr>
            <a:lvl3pPr lvl="2" algn="ctr">
              <a:spcBef>
                <a:spcPts val="0"/>
              </a:spcBef>
              <a:spcAft>
                <a:spcPts val="0"/>
              </a:spcAft>
              <a:buClr>
                <a:schemeClr val="lt1"/>
              </a:buClr>
              <a:buSzPts val="900"/>
              <a:buFont typeface="DM Sans"/>
              <a:buNone/>
              <a:defRPr sz="900">
                <a:latin typeface="DM Sans"/>
                <a:ea typeface="DM Sans"/>
                <a:cs typeface="DM Sans"/>
                <a:sym typeface="DM Sans"/>
              </a:defRPr>
            </a:lvl3pPr>
            <a:lvl4pPr lvl="3" algn="ctr">
              <a:spcBef>
                <a:spcPts val="0"/>
              </a:spcBef>
              <a:spcAft>
                <a:spcPts val="0"/>
              </a:spcAft>
              <a:buClr>
                <a:schemeClr val="lt1"/>
              </a:buClr>
              <a:buSzPts val="900"/>
              <a:buFont typeface="DM Sans"/>
              <a:buNone/>
              <a:defRPr sz="900">
                <a:latin typeface="DM Sans"/>
                <a:ea typeface="DM Sans"/>
                <a:cs typeface="DM Sans"/>
                <a:sym typeface="DM Sans"/>
              </a:defRPr>
            </a:lvl4pPr>
            <a:lvl5pPr lvl="4" algn="ctr">
              <a:spcBef>
                <a:spcPts val="0"/>
              </a:spcBef>
              <a:spcAft>
                <a:spcPts val="0"/>
              </a:spcAft>
              <a:buClr>
                <a:schemeClr val="lt1"/>
              </a:buClr>
              <a:buSzPts val="900"/>
              <a:buFont typeface="DM Sans"/>
              <a:buNone/>
              <a:defRPr sz="900">
                <a:latin typeface="DM Sans"/>
                <a:ea typeface="DM Sans"/>
                <a:cs typeface="DM Sans"/>
                <a:sym typeface="DM Sans"/>
              </a:defRPr>
            </a:lvl5pPr>
            <a:lvl6pPr lvl="5" algn="ctr">
              <a:spcBef>
                <a:spcPts val="0"/>
              </a:spcBef>
              <a:spcAft>
                <a:spcPts val="0"/>
              </a:spcAft>
              <a:buClr>
                <a:schemeClr val="lt1"/>
              </a:buClr>
              <a:buSzPts val="900"/>
              <a:buFont typeface="DM Sans"/>
              <a:buNone/>
              <a:defRPr sz="900">
                <a:latin typeface="DM Sans"/>
                <a:ea typeface="DM Sans"/>
                <a:cs typeface="DM Sans"/>
                <a:sym typeface="DM Sans"/>
              </a:defRPr>
            </a:lvl6pPr>
            <a:lvl7pPr lvl="6" algn="ctr">
              <a:spcBef>
                <a:spcPts val="0"/>
              </a:spcBef>
              <a:spcAft>
                <a:spcPts val="0"/>
              </a:spcAft>
              <a:buClr>
                <a:schemeClr val="lt1"/>
              </a:buClr>
              <a:buSzPts val="900"/>
              <a:buFont typeface="DM Sans"/>
              <a:buNone/>
              <a:defRPr sz="900">
                <a:latin typeface="DM Sans"/>
                <a:ea typeface="DM Sans"/>
                <a:cs typeface="DM Sans"/>
                <a:sym typeface="DM Sans"/>
              </a:defRPr>
            </a:lvl7pPr>
            <a:lvl8pPr lvl="7" algn="ctr">
              <a:spcBef>
                <a:spcPts val="0"/>
              </a:spcBef>
              <a:spcAft>
                <a:spcPts val="0"/>
              </a:spcAft>
              <a:buClr>
                <a:schemeClr val="lt1"/>
              </a:buClr>
              <a:buSzPts val="900"/>
              <a:buFont typeface="DM Sans"/>
              <a:buNone/>
              <a:defRPr sz="900">
                <a:latin typeface="DM Sans"/>
                <a:ea typeface="DM Sans"/>
                <a:cs typeface="DM Sans"/>
                <a:sym typeface="DM Sans"/>
              </a:defRPr>
            </a:lvl8pPr>
            <a:lvl9pPr lvl="8" algn="ctr">
              <a:spcBef>
                <a:spcPts val="0"/>
              </a:spcBef>
              <a:spcAft>
                <a:spcPts val="0"/>
              </a:spcAft>
              <a:buClr>
                <a:schemeClr val="lt1"/>
              </a:buClr>
              <a:buSzPts val="900"/>
              <a:buFont typeface="DM Sans"/>
              <a:buNone/>
              <a:defRPr sz="900">
                <a:latin typeface="DM Sans"/>
                <a:ea typeface="DM Sans"/>
                <a:cs typeface="DM Sans"/>
                <a:sym typeface="DM Sans"/>
              </a:defRPr>
            </a:lvl9pPr>
          </a:lstStyle>
          <a:p/>
        </p:txBody>
      </p:sp>
      <p:sp>
        <p:nvSpPr>
          <p:cNvPr id="282" name="Google Shape;282;p27"/>
          <p:cNvSpPr txBox="1"/>
          <p:nvPr>
            <p:ph idx="25" type="subTitle"/>
          </p:nvPr>
        </p:nvSpPr>
        <p:spPr>
          <a:xfrm>
            <a:off x="4618800" y="2481621"/>
            <a:ext cx="2101200" cy="117300"/>
          </a:xfrm>
          <a:prstGeom prst="rect">
            <a:avLst/>
          </a:prstGeom>
        </p:spPr>
        <p:txBody>
          <a:bodyPr anchorCtr="0" anchor="t" bIns="0" lIns="0" spcFirstLastPara="1" rIns="0" wrap="square" tIns="0">
            <a:noAutofit/>
          </a:bodyPr>
          <a:lstStyle>
            <a:lvl1pPr lvl="0" algn="ctr">
              <a:lnSpc>
                <a:spcPct val="65000"/>
              </a:lnSpc>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1pPr>
            <a:lvl2pPr lvl="1"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2pPr>
            <a:lvl3pPr lvl="2"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3pPr>
            <a:lvl4pPr lvl="3"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4pPr>
            <a:lvl5pPr lvl="4"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5pPr>
            <a:lvl6pPr lvl="5"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6pPr>
            <a:lvl7pPr lvl="6"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7pPr>
            <a:lvl8pPr lvl="7"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8pPr>
            <a:lvl9pPr lvl="8"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9pPr>
          </a:lstStyle>
          <a:p/>
        </p:txBody>
      </p:sp>
      <p:sp>
        <p:nvSpPr>
          <p:cNvPr id="283" name="Google Shape;283;p27"/>
          <p:cNvSpPr txBox="1"/>
          <p:nvPr>
            <p:ph idx="26" type="subTitle"/>
          </p:nvPr>
        </p:nvSpPr>
        <p:spPr>
          <a:xfrm>
            <a:off x="4618800" y="3169379"/>
            <a:ext cx="2101200" cy="117300"/>
          </a:xfrm>
          <a:prstGeom prst="rect">
            <a:avLst/>
          </a:prstGeom>
        </p:spPr>
        <p:txBody>
          <a:bodyPr anchorCtr="0" anchor="t" bIns="0" lIns="0" spcFirstLastPara="1" rIns="0" wrap="square" tIns="0">
            <a:noAutofit/>
          </a:bodyPr>
          <a:lstStyle>
            <a:lvl1pPr lvl="0" algn="ctr">
              <a:lnSpc>
                <a:spcPct val="65000"/>
              </a:lnSpc>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1pPr>
            <a:lvl2pPr lvl="1"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2pPr>
            <a:lvl3pPr lvl="2"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3pPr>
            <a:lvl4pPr lvl="3"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4pPr>
            <a:lvl5pPr lvl="4"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5pPr>
            <a:lvl6pPr lvl="5"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6pPr>
            <a:lvl7pPr lvl="6"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7pPr>
            <a:lvl8pPr lvl="7"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8pPr>
            <a:lvl9pPr lvl="8"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9pPr>
          </a:lstStyle>
          <a:p/>
        </p:txBody>
      </p:sp>
      <p:sp>
        <p:nvSpPr>
          <p:cNvPr id="284" name="Google Shape;284;p27"/>
          <p:cNvSpPr txBox="1"/>
          <p:nvPr>
            <p:ph idx="27" type="subTitle"/>
          </p:nvPr>
        </p:nvSpPr>
        <p:spPr>
          <a:xfrm>
            <a:off x="4618800" y="3857113"/>
            <a:ext cx="2101200" cy="117300"/>
          </a:xfrm>
          <a:prstGeom prst="rect">
            <a:avLst/>
          </a:prstGeom>
        </p:spPr>
        <p:txBody>
          <a:bodyPr anchorCtr="0" anchor="t" bIns="0" lIns="0" spcFirstLastPara="1" rIns="0" wrap="square" tIns="0">
            <a:noAutofit/>
          </a:bodyPr>
          <a:lstStyle>
            <a:lvl1pPr lvl="0" algn="ctr">
              <a:lnSpc>
                <a:spcPct val="65000"/>
              </a:lnSpc>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1pPr>
            <a:lvl2pPr lvl="1"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2pPr>
            <a:lvl3pPr lvl="2"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3pPr>
            <a:lvl4pPr lvl="3"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4pPr>
            <a:lvl5pPr lvl="4"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5pPr>
            <a:lvl6pPr lvl="5"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6pPr>
            <a:lvl7pPr lvl="6"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7pPr>
            <a:lvl8pPr lvl="7"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8pPr>
            <a:lvl9pPr lvl="8"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9pPr>
          </a:lstStyle>
          <a:p/>
        </p:txBody>
      </p:sp>
      <p:sp>
        <p:nvSpPr>
          <p:cNvPr id="285" name="Google Shape;285;p27"/>
          <p:cNvSpPr txBox="1"/>
          <p:nvPr>
            <p:ph idx="28" type="subTitle"/>
          </p:nvPr>
        </p:nvSpPr>
        <p:spPr>
          <a:xfrm>
            <a:off x="4618800" y="2692825"/>
            <a:ext cx="2101200" cy="1950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900"/>
              <a:buFont typeface="DM Sans"/>
              <a:buNone/>
              <a:defRPr sz="900">
                <a:latin typeface="DM Sans"/>
                <a:ea typeface="DM Sans"/>
                <a:cs typeface="DM Sans"/>
                <a:sym typeface="DM Sans"/>
              </a:defRPr>
            </a:lvl1pPr>
            <a:lvl2pPr lvl="1" algn="ctr">
              <a:spcBef>
                <a:spcPts val="0"/>
              </a:spcBef>
              <a:spcAft>
                <a:spcPts val="0"/>
              </a:spcAft>
              <a:buClr>
                <a:schemeClr val="lt1"/>
              </a:buClr>
              <a:buSzPts val="900"/>
              <a:buFont typeface="DM Sans"/>
              <a:buNone/>
              <a:defRPr sz="900">
                <a:latin typeface="DM Sans"/>
                <a:ea typeface="DM Sans"/>
                <a:cs typeface="DM Sans"/>
                <a:sym typeface="DM Sans"/>
              </a:defRPr>
            </a:lvl2pPr>
            <a:lvl3pPr lvl="2" algn="ctr">
              <a:spcBef>
                <a:spcPts val="0"/>
              </a:spcBef>
              <a:spcAft>
                <a:spcPts val="0"/>
              </a:spcAft>
              <a:buClr>
                <a:schemeClr val="lt1"/>
              </a:buClr>
              <a:buSzPts val="900"/>
              <a:buFont typeface="DM Sans"/>
              <a:buNone/>
              <a:defRPr sz="900">
                <a:latin typeface="DM Sans"/>
                <a:ea typeface="DM Sans"/>
                <a:cs typeface="DM Sans"/>
                <a:sym typeface="DM Sans"/>
              </a:defRPr>
            </a:lvl3pPr>
            <a:lvl4pPr lvl="3" algn="ctr">
              <a:spcBef>
                <a:spcPts val="0"/>
              </a:spcBef>
              <a:spcAft>
                <a:spcPts val="0"/>
              </a:spcAft>
              <a:buClr>
                <a:schemeClr val="lt1"/>
              </a:buClr>
              <a:buSzPts val="900"/>
              <a:buFont typeface="DM Sans"/>
              <a:buNone/>
              <a:defRPr sz="900">
                <a:latin typeface="DM Sans"/>
                <a:ea typeface="DM Sans"/>
                <a:cs typeface="DM Sans"/>
                <a:sym typeface="DM Sans"/>
              </a:defRPr>
            </a:lvl4pPr>
            <a:lvl5pPr lvl="4" algn="ctr">
              <a:spcBef>
                <a:spcPts val="0"/>
              </a:spcBef>
              <a:spcAft>
                <a:spcPts val="0"/>
              </a:spcAft>
              <a:buClr>
                <a:schemeClr val="lt1"/>
              </a:buClr>
              <a:buSzPts val="900"/>
              <a:buFont typeface="DM Sans"/>
              <a:buNone/>
              <a:defRPr sz="900">
                <a:latin typeface="DM Sans"/>
                <a:ea typeface="DM Sans"/>
                <a:cs typeface="DM Sans"/>
                <a:sym typeface="DM Sans"/>
              </a:defRPr>
            </a:lvl5pPr>
            <a:lvl6pPr lvl="5" algn="ctr">
              <a:spcBef>
                <a:spcPts val="0"/>
              </a:spcBef>
              <a:spcAft>
                <a:spcPts val="0"/>
              </a:spcAft>
              <a:buClr>
                <a:schemeClr val="lt1"/>
              </a:buClr>
              <a:buSzPts val="900"/>
              <a:buFont typeface="DM Sans"/>
              <a:buNone/>
              <a:defRPr sz="900">
                <a:latin typeface="DM Sans"/>
                <a:ea typeface="DM Sans"/>
                <a:cs typeface="DM Sans"/>
                <a:sym typeface="DM Sans"/>
              </a:defRPr>
            </a:lvl6pPr>
            <a:lvl7pPr lvl="6" algn="ctr">
              <a:spcBef>
                <a:spcPts val="0"/>
              </a:spcBef>
              <a:spcAft>
                <a:spcPts val="0"/>
              </a:spcAft>
              <a:buClr>
                <a:schemeClr val="lt1"/>
              </a:buClr>
              <a:buSzPts val="900"/>
              <a:buFont typeface="DM Sans"/>
              <a:buNone/>
              <a:defRPr sz="900">
                <a:latin typeface="DM Sans"/>
                <a:ea typeface="DM Sans"/>
                <a:cs typeface="DM Sans"/>
                <a:sym typeface="DM Sans"/>
              </a:defRPr>
            </a:lvl7pPr>
            <a:lvl8pPr lvl="7" algn="ctr">
              <a:spcBef>
                <a:spcPts val="0"/>
              </a:spcBef>
              <a:spcAft>
                <a:spcPts val="0"/>
              </a:spcAft>
              <a:buClr>
                <a:schemeClr val="lt1"/>
              </a:buClr>
              <a:buSzPts val="900"/>
              <a:buFont typeface="DM Sans"/>
              <a:buNone/>
              <a:defRPr sz="900">
                <a:latin typeface="DM Sans"/>
                <a:ea typeface="DM Sans"/>
                <a:cs typeface="DM Sans"/>
                <a:sym typeface="DM Sans"/>
              </a:defRPr>
            </a:lvl8pPr>
            <a:lvl9pPr lvl="8" algn="ctr">
              <a:spcBef>
                <a:spcPts val="0"/>
              </a:spcBef>
              <a:spcAft>
                <a:spcPts val="0"/>
              </a:spcAft>
              <a:buClr>
                <a:schemeClr val="lt1"/>
              </a:buClr>
              <a:buSzPts val="900"/>
              <a:buFont typeface="DM Sans"/>
              <a:buNone/>
              <a:defRPr sz="900">
                <a:latin typeface="DM Sans"/>
                <a:ea typeface="DM Sans"/>
                <a:cs typeface="DM Sans"/>
                <a:sym typeface="DM Sans"/>
              </a:defRPr>
            </a:lvl9pPr>
          </a:lstStyle>
          <a:p/>
        </p:txBody>
      </p:sp>
      <p:sp>
        <p:nvSpPr>
          <p:cNvPr id="286" name="Google Shape;286;p27"/>
          <p:cNvSpPr txBox="1"/>
          <p:nvPr>
            <p:ph idx="29" type="subTitle"/>
          </p:nvPr>
        </p:nvSpPr>
        <p:spPr>
          <a:xfrm>
            <a:off x="4618800" y="3380220"/>
            <a:ext cx="2101200" cy="1950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900"/>
              <a:buFont typeface="DM Sans"/>
              <a:buNone/>
              <a:defRPr sz="900">
                <a:latin typeface="DM Sans"/>
                <a:ea typeface="DM Sans"/>
                <a:cs typeface="DM Sans"/>
                <a:sym typeface="DM Sans"/>
              </a:defRPr>
            </a:lvl1pPr>
            <a:lvl2pPr lvl="1" algn="ctr">
              <a:spcBef>
                <a:spcPts val="0"/>
              </a:spcBef>
              <a:spcAft>
                <a:spcPts val="0"/>
              </a:spcAft>
              <a:buClr>
                <a:schemeClr val="lt1"/>
              </a:buClr>
              <a:buSzPts val="900"/>
              <a:buFont typeface="DM Sans"/>
              <a:buNone/>
              <a:defRPr sz="900">
                <a:latin typeface="DM Sans"/>
                <a:ea typeface="DM Sans"/>
                <a:cs typeface="DM Sans"/>
                <a:sym typeface="DM Sans"/>
              </a:defRPr>
            </a:lvl2pPr>
            <a:lvl3pPr lvl="2" algn="ctr">
              <a:spcBef>
                <a:spcPts val="0"/>
              </a:spcBef>
              <a:spcAft>
                <a:spcPts val="0"/>
              </a:spcAft>
              <a:buClr>
                <a:schemeClr val="lt1"/>
              </a:buClr>
              <a:buSzPts val="900"/>
              <a:buFont typeface="DM Sans"/>
              <a:buNone/>
              <a:defRPr sz="900">
                <a:latin typeface="DM Sans"/>
                <a:ea typeface="DM Sans"/>
                <a:cs typeface="DM Sans"/>
                <a:sym typeface="DM Sans"/>
              </a:defRPr>
            </a:lvl3pPr>
            <a:lvl4pPr lvl="3" algn="ctr">
              <a:spcBef>
                <a:spcPts val="0"/>
              </a:spcBef>
              <a:spcAft>
                <a:spcPts val="0"/>
              </a:spcAft>
              <a:buClr>
                <a:schemeClr val="lt1"/>
              </a:buClr>
              <a:buSzPts val="900"/>
              <a:buFont typeface="DM Sans"/>
              <a:buNone/>
              <a:defRPr sz="900">
                <a:latin typeface="DM Sans"/>
                <a:ea typeface="DM Sans"/>
                <a:cs typeface="DM Sans"/>
                <a:sym typeface="DM Sans"/>
              </a:defRPr>
            </a:lvl4pPr>
            <a:lvl5pPr lvl="4" algn="ctr">
              <a:spcBef>
                <a:spcPts val="0"/>
              </a:spcBef>
              <a:spcAft>
                <a:spcPts val="0"/>
              </a:spcAft>
              <a:buClr>
                <a:schemeClr val="lt1"/>
              </a:buClr>
              <a:buSzPts val="900"/>
              <a:buFont typeface="DM Sans"/>
              <a:buNone/>
              <a:defRPr sz="900">
                <a:latin typeface="DM Sans"/>
                <a:ea typeface="DM Sans"/>
                <a:cs typeface="DM Sans"/>
                <a:sym typeface="DM Sans"/>
              </a:defRPr>
            </a:lvl5pPr>
            <a:lvl6pPr lvl="5" algn="ctr">
              <a:spcBef>
                <a:spcPts val="0"/>
              </a:spcBef>
              <a:spcAft>
                <a:spcPts val="0"/>
              </a:spcAft>
              <a:buClr>
                <a:schemeClr val="lt1"/>
              </a:buClr>
              <a:buSzPts val="900"/>
              <a:buFont typeface="DM Sans"/>
              <a:buNone/>
              <a:defRPr sz="900">
                <a:latin typeface="DM Sans"/>
                <a:ea typeface="DM Sans"/>
                <a:cs typeface="DM Sans"/>
                <a:sym typeface="DM Sans"/>
              </a:defRPr>
            </a:lvl6pPr>
            <a:lvl7pPr lvl="6" algn="ctr">
              <a:spcBef>
                <a:spcPts val="0"/>
              </a:spcBef>
              <a:spcAft>
                <a:spcPts val="0"/>
              </a:spcAft>
              <a:buClr>
                <a:schemeClr val="lt1"/>
              </a:buClr>
              <a:buSzPts val="900"/>
              <a:buFont typeface="DM Sans"/>
              <a:buNone/>
              <a:defRPr sz="900">
                <a:latin typeface="DM Sans"/>
                <a:ea typeface="DM Sans"/>
                <a:cs typeface="DM Sans"/>
                <a:sym typeface="DM Sans"/>
              </a:defRPr>
            </a:lvl7pPr>
            <a:lvl8pPr lvl="7" algn="ctr">
              <a:spcBef>
                <a:spcPts val="0"/>
              </a:spcBef>
              <a:spcAft>
                <a:spcPts val="0"/>
              </a:spcAft>
              <a:buClr>
                <a:schemeClr val="lt1"/>
              </a:buClr>
              <a:buSzPts val="900"/>
              <a:buFont typeface="DM Sans"/>
              <a:buNone/>
              <a:defRPr sz="900">
                <a:latin typeface="DM Sans"/>
                <a:ea typeface="DM Sans"/>
                <a:cs typeface="DM Sans"/>
                <a:sym typeface="DM Sans"/>
              </a:defRPr>
            </a:lvl8pPr>
            <a:lvl9pPr lvl="8" algn="ctr">
              <a:spcBef>
                <a:spcPts val="0"/>
              </a:spcBef>
              <a:spcAft>
                <a:spcPts val="0"/>
              </a:spcAft>
              <a:buClr>
                <a:schemeClr val="lt1"/>
              </a:buClr>
              <a:buSzPts val="900"/>
              <a:buFont typeface="DM Sans"/>
              <a:buNone/>
              <a:defRPr sz="900">
                <a:latin typeface="DM Sans"/>
                <a:ea typeface="DM Sans"/>
                <a:cs typeface="DM Sans"/>
                <a:sym typeface="DM Sans"/>
              </a:defRPr>
            </a:lvl9pPr>
          </a:lstStyle>
          <a:p/>
        </p:txBody>
      </p:sp>
      <p:sp>
        <p:nvSpPr>
          <p:cNvPr id="287" name="Google Shape;287;p27"/>
          <p:cNvSpPr txBox="1"/>
          <p:nvPr>
            <p:ph idx="30" type="subTitle"/>
          </p:nvPr>
        </p:nvSpPr>
        <p:spPr>
          <a:xfrm>
            <a:off x="4618800" y="4068356"/>
            <a:ext cx="2101200" cy="1950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900"/>
              <a:buFont typeface="DM Sans"/>
              <a:buNone/>
              <a:defRPr sz="900">
                <a:latin typeface="DM Sans"/>
                <a:ea typeface="DM Sans"/>
                <a:cs typeface="DM Sans"/>
                <a:sym typeface="DM Sans"/>
              </a:defRPr>
            </a:lvl1pPr>
            <a:lvl2pPr lvl="1" algn="ctr">
              <a:spcBef>
                <a:spcPts val="0"/>
              </a:spcBef>
              <a:spcAft>
                <a:spcPts val="0"/>
              </a:spcAft>
              <a:buClr>
                <a:schemeClr val="lt1"/>
              </a:buClr>
              <a:buSzPts val="900"/>
              <a:buFont typeface="DM Sans"/>
              <a:buNone/>
              <a:defRPr sz="900">
                <a:latin typeface="DM Sans"/>
                <a:ea typeface="DM Sans"/>
                <a:cs typeface="DM Sans"/>
                <a:sym typeface="DM Sans"/>
              </a:defRPr>
            </a:lvl2pPr>
            <a:lvl3pPr lvl="2" algn="ctr">
              <a:spcBef>
                <a:spcPts val="0"/>
              </a:spcBef>
              <a:spcAft>
                <a:spcPts val="0"/>
              </a:spcAft>
              <a:buClr>
                <a:schemeClr val="lt1"/>
              </a:buClr>
              <a:buSzPts val="900"/>
              <a:buFont typeface="DM Sans"/>
              <a:buNone/>
              <a:defRPr sz="900">
                <a:latin typeface="DM Sans"/>
                <a:ea typeface="DM Sans"/>
                <a:cs typeface="DM Sans"/>
                <a:sym typeface="DM Sans"/>
              </a:defRPr>
            </a:lvl3pPr>
            <a:lvl4pPr lvl="3" algn="ctr">
              <a:spcBef>
                <a:spcPts val="0"/>
              </a:spcBef>
              <a:spcAft>
                <a:spcPts val="0"/>
              </a:spcAft>
              <a:buClr>
                <a:schemeClr val="lt1"/>
              </a:buClr>
              <a:buSzPts val="900"/>
              <a:buFont typeface="DM Sans"/>
              <a:buNone/>
              <a:defRPr sz="900">
                <a:latin typeface="DM Sans"/>
                <a:ea typeface="DM Sans"/>
                <a:cs typeface="DM Sans"/>
                <a:sym typeface="DM Sans"/>
              </a:defRPr>
            </a:lvl4pPr>
            <a:lvl5pPr lvl="4" algn="ctr">
              <a:spcBef>
                <a:spcPts val="0"/>
              </a:spcBef>
              <a:spcAft>
                <a:spcPts val="0"/>
              </a:spcAft>
              <a:buClr>
                <a:schemeClr val="lt1"/>
              </a:buClr>
              <a:buSzPts val="900"/>
              <a:buFont typeface="DM Sans"/>
              <a:buNone/>
              <a:defRPr sz="900">
                <a:latin typeface="DM Sans"/>
                <a:ea typeface="DM Sans"/>
                <a:cs typeface="DM Sans"/>
                <a:sym typeface="DM Sans"/>
              </a:defRPr>
            </a:lvl5pPr>
            <a:lvl6pPr lvl="5" algn="ctr">
              <a:spcBef>
                <a:spcPts val="0"/>
              </a:spcBef>
              <a:spcAft>
                <a:spcPts val="0"/>
              </a:spcAft>
              <a:buClr>
                <a:schemeClr val="lt1"/>
              </a:buClr>
              <a:buSzPts val="900"/>
              <a:buFont typeface="DM Sans"/>
              <a:buNone/>
              <a:defRPr sz="900">
                <a:latin typeface="DM Sans"/>
                <a:ea typeface="DM Sans"/>
                <a:cs typeface="DM Sans"/>
                <a:sym typeface="DM Sans"/>
              </a:defRPr>
            </a:lvl6pPr>
            <a:lvl7pPr lvl="6" algn="ctr">
              <a:spcBef>
                <a:spcPts val="0"/>
              </a:spcBef>
              <a:spcAft>
                <a:spcPts val="0"/>
              </a:spcAft>
              <a:buClr>
                <a:schemeClr val="lt1"/>
              </a:buClr>
              <a:buSzPts val="900"/>
              <a:buFont typeface="DM Sans"/>
              <a:buNone/>
              <a:defRPr sz="900">
                <a:latin typeface="DM Sans"/>
                <a:ea typeface="DM Sans"/>
                <a:cs typeface="DM Sans"/>
                <a:sym typeface="DM Sans"/>
              </a:defRPr>
            </a:lvl7pPr>
            <a:lvl8pPr lvl="7" algn="ctr">
              <a:spcBef>
                <a:spcPts val="0"/>
              </a:spcBef>
              <a:spcAft>
                <a:spcPts val="0"/>
              </a:spcAft>
              <a:buClr>
                <a:schemeClr val="lt1"/>
              </a:buClr>
              <a:buSzPts val="900"/>
              <a:buFont typeface="DM Sans"/>
              <a:buNone/>
              <a:defRPr sz="900">
                <a:latin typeface="DM Sans"/>
                <a:ea typeface="DM Sans"/>
                <a:cs typeface="DM Sans"/>
                <a:sym typeface="DM Sans"/>
              </a:defRPr>
            </a:lvl8pPr>
            <a:lvl9pPr lvl="8" algn="ctr">
              <a:spcBef>
                <a:spcPts val="0"/>
              </a:spcBef>
              <a:spcAft>
                <a:spcPts val="0"/>
              </a:spcAft>
              <a:buClr>
                <a:schemeClr val="lt1"/>
              </a:buClr>
              <a:buSzPts val="900"/>
              <a:buFont typeface="DM Sans"/>
              <a:buNone/>
              <a:defRPr sz="900">
                <a:latin typeface="DM Sans"/>
                <a:ea typeface="DM Sans"/>
                <a:cs typeface="DM Sans"/>
                <a:sym typeface="DM Sans"/>
              </a:defRPr>
            </a:lvl9pPr>
          </a:lstStyle>
          <a:p/>
        </p:txBody>
      </p:sp>
      <p:sp>
        <p:nvSpPr>
          <p:cNvPr id="288" name="Google Shape;288;p27"/>
          <p:cNvSpPr txBox="1"/>
          <p:nvPr>
            <p:ph idx="31" type="subTitle"/>
          </p:nvPr>
        </p:nvSpPr>
        <p:spPr>
          <a:xfrm>
            <a:off x="6815568" y="2481621"/>
            <a:ext cx="2101200" cy="117300"/>
          </a:xfrm>
          <a:prstGeom prst="rect">
            <a:avLst/>
          </a:prstGeom>
        </p:spPr>
        <p:txBody>
          <a:bodyPr anchorCtr="0" anchor="t" bIns="0" lIns="0" spcFirstLastPara="1" rIns="0" wrap="square" tIns="0">
            <a:noAutofit/>
          </a:bodyPr>
          <a:lstStyle>
            <a:lvl1pPr lvl="0" algn="ctr">
              <a:lnSpc>
                <a:spcPct val="65000"/>
              </a:lnSpc>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1pPr>
            <a:lvl2pPr lvl="1"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2pPr>
            <a:lvl3pPr lvl="2"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3pPr>
            <a:lvl4pPr lvl="3"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4pPr>
            <a:lvl5pPr lvl="4"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5pPr>
            <a:lvl6pPr lvl="5"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6pPr>
            <a:lvl7pPr lvl="6"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7pPr>
            <a:lvl8pPr lvl="7"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8pPr>
            <a:lvl9pPr lvl="8"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9pPr>
          </a:lstStyle>
          <a:p/>
        </p:txBody>
      </p:sp>
      <p:sp>
        <p:nvSpPr>
          <p:cNvPr id="289" name="Google Shape;289;p27"/>
          <p:cNvSpPr txBox="1"/>
          <p:nvPr>
            <p:ph idx="32" type="subTitle"/>
          </p:nvPr>
        </p:nvSpPr>
        <p:spPr>
          <a:xfrm>
            <a:off x="6815568" y="3169379"/>
            <a:ext cx="2101200" cy="117300"/>
          </a:xfrm>
          <a:prstGeom prst="rect">
            <a:avLst/>
          </a:prstGeom>
        </p:spPr>
        <p:txBody>
          <a:bodyPr anchorCtr="0" anchor="t" bIns="0" lIns="0" spcFirstLastPara="1" rIns="0" wrap="square" tIns="0">
            <a:noAutofit/>
          </a:bodyPr>
          <a:lstStyle>
            <a:lvl1pPr lvl="0" algn="ctr">
              <a:lnSpc>
                <a:spcPct val="65000"/>
              </a:lnSpc>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1pPr>
            <a:lvl2pPr lvl="1"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2pPr>
            <a:lvl3pPr lvl="2"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3pPr>
            <a:lvl4pPr lvl="3"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4pPr>
            <a:lvl5pPr lvl="4"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5pPr>
            <a:lvl6pPr lvl="5"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6pPr>
            <a:lvl7pPr lvl="6"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7pPr>
            <a:lvl8pPr lvl="7"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8pPr>
            <a:lvl9pPr lvl="8"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9pPr>
          </a:lstStyle>
          <a:p/>
        </p:txBody>
      </p:sp>
      <p:sp>
        <p:nvSpPr>
          <p:cNvPr id="290" name="Google Shape;290;p27"/>
          <p:cNvSpPr txBox="1"/>
          <p:nvPr>
            <p:ph idx="33" type="subTitle"/>
          </p:nvPr>
        </p:nvSpPr>
        <p:spPr>
          <a:xfrm>
            <a:off x="6815568" y="3857113"/>
            <a:ext cx="2101200" cy="117300"/>
          </a:xfrm>
          <a:prstGeom prst="rect">
            <a:avLst/>
          </a:prstGeom>
        </p:spPr>
        <p:txBody>
          <a:bodyPr anchorCtr="0" anchor="t" bIns="0" lIns="0" spcFirstLastPara="1" rIns="0" wrap="square" tIns="0">
            <a:noAutofit/>
          </a:bodyPr>
          <a:lstStyle>
            <a:lvl1pPr lvl="0" algn="ctr">
              <a:lnSpc>
                <a:spcPct val="65000"/>
              </a:lnSpc>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1pPr>
            <a:lvl2pPr lvl="1"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2pPr>
            <a:lvl3pPr lvl="2"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3pPr>
            <a:lvl4pPr lvl="3"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4pPr>
            <a:lvl5pPr lvl="4"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5pPr>
            <a:lvl6pPr lvl="5"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6pPr>
            <a:lvl7pPr lvl="6"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7pPr>
            <a:lvl8pPr lvl="7"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8pPr>
            <a:lvl9pPr lvl="8" algn="ctr">
              <a:spcBef>
                <a:spcPts val="0"/>
              </a:spcBef>
              <a:spcAft>
                <a:spcPts val="0"/>
              </a:spcAft>
              <a:buClr>
                <a:schemeClr val="lt1"/>
              </a:buClr>
              <a:buSzPts val="1000"/>
              <a:buFont typeface="DM Sans Medium"/>
              <a:buNone/>
              <a:defRPr sz="1000">
                <a:latin typeface="DM Sans Medium"/>
                <a:ea typeface="DM Sans Medium"/>
                <a:cs typeface="DM Sans Medium"/>
                <a:sym typeface="DM Sans Medium"/>
              </a:defRPr>
            </a:lvl9pPr>
          </a:lstStyle>
          <a:p/>
        </p:txBody>
      </p:sp>
      <p:sp>
        <p:nvSpPr>
          <p:cNvPr id="291" name="Google Shape;291;p27"/>
          <p:cNvSpPr txBox="1"/>
          <p:nvPr>
            <p:ph idx="34" type="subTitle"/>
          </p:nvPr>
        </p:nvSpPr>
        <p:spPr>
          <a:xfrm>
            <a:off x="6815568" y="2692825"/>
            <a:ext cx="2101200" cy="1950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900"/>
              <a:buFont typeface="DM Sans"/>
              <a:buNone/>
              <a:defRPr sz="900">
                <a:latin typeface="DM Sans"/>
                <a:ea typeface="DM Sans"/>
                <a:cs typeface="DM Sans"/>
                <a:sym typeface="DM Sans"/>
              </a:defRPr>
            </a:lvl1pPr>
            <a:lvl2pPr lvl="1" algn="ctr">
              <a:spcBef>
                <a:spcPts val="0"/>
              </a:spcBef>
              <a:spcAft>
                <a:spcPts val="0"/>
              </a:spcAft>
              <a:buClr>
                <a:schemeClr val="lt1"/>
              </a:buClr>
              <a:buSzPts val="900"/>
              <a:buFont typeface="DM Sans"/>
              <a:buNone/>
              <a:defRPr sz="900">
                <a:latin typeface="DM Sans"/>
                <a:ea typeface="DM Sans"/>
                <a:cs typeface="DM Sans"/>
                <a:sym typeface="DM Sans"/>
              </a:defRPr>
            </a:lvl2pPr>
            <a:lvl3pPr lvl="2" algn="ctr">
              <a:spcBef>
                <a:spcPts val="0"/>
              </a:spcBef>
              <a:spcAft>
                <a:spcPts val="0"/>
              </a:spcAft>
              <a:buClr>
                <a:schemeClr val="lt1"/>
              </a:buClr>
              <a:buSzPts val="900"/>
              <a:buFont typeface="DM Sans"/>
              <a:buNone/>
              <a:defRPr sz="900">
                <a:latin typeface="DM Sans"/>
                <a:ea typeface="DM Sans"/>
                <a:cs typeface="DM Sans"/>
                <a:sym typeface="DM Sans"/>
              </a:defRPr>
            </a:lvl3pPr>
            <a:lvl4pPr lvl="3" algn="ctr">
              <a:spcBef>
                <a:spcPts val="0"/>
              </a:spcBef>
              <a:spcAft>
                <a:spcPts val="0"/>
              </a:spcAft>
              <a:buClr>
                <a:schemeClr val="lt1"/>
              </a:buClr>
              <a:buSzPts val="900"/>
              <a:buFont typeface="DM Sans"/>
              <a:buNone/>
              <a:defRPr sz="900">
                <a:latin typeface="DM Sans"/>
                <a:ea typeface="DM Sans"/>
                <a:cs typeface="DM Sans"/>
                <a:sym typeface="DM Sans"/>
              </a:defRPr>
            </a:lvl4pPr>
            <a:lvl5pPr lvl="4" algn="ctr">
              <a:spcBef>
                <a:spcPts val="0"/>
              </a:spcBef>
              <a:spcAft>
                <a:spcPts val="0"/>
              </a:spcAft>
              <a:buClr>
                <a:schemeClr val="lt1"/>
              </a:buClr>
              <a:buSzPts val="900"/>
              <a:buFont typeface="DM Sans"/>
              <a:buNone/>
              <a:defRPr sz="900">
                <a:latin typeface="DM Sans"/>
                <a:ea typeface="DM Sans"/>
                <a:cs typeface="DM Sans"/>
                <a:sym typeface="DM Sans"/>
              </a:defRPr>
            </a:lvl5pPr>
            <a:lvl6pPr lvl="5" algn="ctr">
              <a:spcBef>
                <a:spcPts val="0"/>
              </a:spcBef>
              <a:spcAft>
                <a:spcPts val="0"/>
              </a:spcAft>
              <a:buClr>
                <a:schemeClr val="lt1"/>
              </a:buClr>
              <a:buSzPts val="900"/>
              <a:buFont typeface="DM Sans"/>
              <a:buNone/>
              <a:defRPr sz="900">
                <a:latin typeface="DM Sans"/>
                <a:ea typeface="DM Sans"/>
                <a:cs typeface="DM Sans"/>
                <a:sym typeface="DM Sans"/>
              </a:defRPr>
            </a:lvl6pPr>
            <a:lvl7pPr lvl="6" algn="ctr">
              <a:spcBef>
                <a:spcPts val="0"/>
              </a:spcBef>
              <a:spcAft>
                <a:spcPts val="0"/>
              </a:spcAft>
              <a:buClr>
                <a:schemeClr val="lt1"/>
              </a:buClr>
              <a:buSzPts val="900"/>
              <a:buFont typeface="DM Sans"/>
              <a:buNone/>
              <a:defRPr sz="900">
                <a:latin typeface="DM Sans"/>
                <a:ea typeface="DM Sans"/>
                <a:cs typeface="DM Sans"/>
                <a:sym typeface="DM Sans"/>
              </a:defRPr>
            </a:lvl7pPr>
            <a:lvl8pPr lvl="7" algn="ctr">
              <a:spcBef>
                <a:spcPts val="0"/>
              </a:spcBef>
              <a:spcAft>
                <a:spcPts val="0"/>
              </a:spcAft>
              <a:buClr>
                <a:schemeClr val="lt1"/>
              </a:buClr>
              <a:buSzPts val="900"/>
              <a:buFont typeface="DM Sans"/>
              <a:buNone/>
              <a:defRPr sz="900">
                <a:latin typeface="DM Sans"/>
                <a:ea typeface="DM Sans"/>
                <a:cs typeface="DM Sans"/>
                <a:sym typeface="DM Sans"/>
              </a:defRPr>
            </a:lvl8pPr>
            <a:lvl9pPr lvl="8" algn="ctr">
              <a:spcBef>
                <a:spcPts val="0"/>
              </a:spcBef>
              <a:spcAft>
                <a:spcPts val="0"/>
              </a:spcAft>
              <a:buClr>
                <a:schemeClr val="lt1"/>
              </a:buClr>
              <a:buSzPts val="900"/>
              <a:buFont typeface="DM Sans"/>
              <a:buNone/>
              <a:defRPr sz="900">
                <a:latin typeface="DM Sans"/>
                <a:ea typeface="DM Sans"/>
                <a:cs typeface="DM Sans"/>
                <a:sym typeface="DM Sans"/>
              </a:defRPr>
            </a:lvl9pPr>
          </a:lstStyle>
          <a:p/>
        </p:txBody>
      </p:sp>
      <p:sp>
        <p:nvSpPr>
          <p:cNvPr id="292" name="Google Shape;292;p27"/>
          <p:cNvSpPr txBox="1"/>
          <p:nvPr>
            <p:ph idx="35" type="subTitle"/>
          </p:nvPr>
        </p:nvSpPr>
        <p:spPr>
          <a:xfrm>
            <a:off x="6815568" y="3380220"/>
            <a:ext cx="2101200" cy="1950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900"/>
              <a:buFont typeface="DM Sans"/>
              <a:buNone/>
              <a:defRPr sz="900">
                <a:latin typeface="DM Sans"/>
                <a:ea typeface="DM Sans"/>
                <a:cs typeface="DM Sans"/>
                <a:sym typeface="DM Sans"/>
              </a:defRPr>
            </a:lvl1pPr>
            <a:lvl2pPr lvl="1" algn="ctr">
              <a:spcBef>
                <a:spcPts val="0"/>
              </a:spcBef>
              <a:spcAft>
                <a:spcPts val="0"/>
              </a:spcAft>
              <a:buClr>
                <a:schemeClr val="lt1"/>
              </a:buClr>
              <a:buSzPts val="900"/>
              <a:buFont typeface="DM Sans"/>
              <a:buNone/>
              <a:defRPr sz="900">
                <a:latin typeface="DM Sans"/>
                <a:ea typeface="DM Sans"/>
                <a:cs typeface="DM Sans"/>
                <a:sym typeface="DM Sans"/>
              </a:defRPr>
            </a:lvl2pPr>
            <a:lvl3pPr lvl="2" algn="ctr">
              <a:spcBef>
                <a:spcPts val="0"/>
              </a:spcBef>
              <a:spcAft>
                <a:spcPts val="0"/>
              </a:spcAft>
              <a:buClr>
                <a:schemeClr val="lt1"/>
              </a:buClr>
              <a:buSzPts val="900"/>
              <a:buFont typeface="DM Sans"/>
              <a:buNone/>
              <a:defRPr sz="900">
                <a:latin typeface="DM Sans"/>
                <a:ea typeface="DM Sans"/>
                <a:cs typeface="DM Sans"/>
                <a:sym typeface="DM Sans"/>
              </a:defRPr>
            </a:lvl3pPr>
            <a:lvl4pPr lvl="3" algn="ctr">
              <a:spcBef>
                <a:spcPts val="0"/>
              </a:spcBef>
              <a:spcAft>
                <a:spcPts val="0"/>
              </a:spcAft>
              <a:buClr>
                <a:schemeClr val="lt1"/>
              </a:buClr>
              <a:buSzPts val="900"/>
              <a:buFont typeface="DM Sans"/>
              <a:buNone/>
              <a:defRPr sz="900">
                <a:latin typeface="DM Sans"/>
                <a:ea typeface="DM Sans"/>
                <a:cs typeface="DM Sans"/>
                <a:sym typeface="DM Sans"/>
              </a:defRPr>
            </a:lvl4pPr>
            <a:lvl5pPr lvl="4" algn="ctr">
              <a:spcBef>
                <a:spcPts val="0"/>
              </a:spcBef>
              <a:spcAft>
                <a:spcPts val="0"/>
              </a:spcAft>
              <a:buClr>
                <a:schemeClr val="lt1"/>
              </a:buClr>
              <a:buSzPts val="900"/>
              <a:buFont typeface="DM Sans"/>
              <a:buNone/>
              <a:defRPr sz="900">
                <a:latin typeface="DM Sans"/>
                <a:ea typeface="DM Sans"/>
                <a:cs typeface="DM Sans"/>
                <a:sym typeface="DM Sans"/>
              </a:defRPr>
            </a:lvl5pPr>
            <a:lvl6pPr lvl="5" algn="ctr">
              <a:spcBef>
                <a:spcPts val="0"/>
              </a:spcBef>
              <a:spcAft>
                <a:spcPts val="0"/>
              </a:spcAft>
              <a:buClr>
                <a:schemeClr val="lt1"/>
              </a:buClr>
              <a:buSzPts val="900"/>
              <a:buFont typeface="DM Sans"/>
              <a:buNone/>
              <a:defRPr sz="900">
                <a:latin typeface="DM Sans"/>
                <a:ea typeface="DM Sans"/>
                <a:cs typeface="DM Sans"/>
                <a:sym typeface="DM Sans"/>
              </a:defRPr>
            </a:lvl6pPr>
            <a:lvl7pPr lvl="6" algn="ctr">
              <a:spcBef>
                <a:spcPts val="0"/>
              </a:spcBef>
              <a:spcAft>
                <a:spcPts val="0"/>
              </a:spcAft>
              <a:buClr>
                <a:schemeClr val="lt1"/>
              </a:buClr>
              <a:buSzPts val="900"/>
              <a:buFont typeface="DM Sans"/>
              <a:buNone/>
              <a:defRPr sz="900">
                <a:latin typeface="DM Sans"/>
                <a:ea typeface="DM Sans"/>
                <a:cs typeface="DM Sans"/>
                <a:sym typeface="DM Sans"/>
              </a:defRPr>
            </a:lvl7pPr>
            <a:lvl8pPr lvl="7" algn="ctr">
              <a:spcBef>
                <a:spcPts val="0"/>
              </a:spcBef>
              <a:spcAft>
                <a:spcPts val="0"/>
              </a:spcAft>
              <a:buClr>
                <a:schemeClr val="lt1"/>
              </a:buClr>
              <a:buSzPts val="900"/>
              <a:buFont typeface="DM Sans"/>
              <a:buNone/>
              <a:defRPr sz="900">
                <a:latin typeface="DM Sans"/>
                <a:ea typeface="DM Sans"/>
                <a:cs typeface="DM Sans"/>
                <a:sym typeface="DM Sans"/>
              </a:defRPr>
            </a:lvl8pPr>
            <a:lvl9pPr lvl="8" algn="ctr">
              <a:spcBef>
                <a:spcPts val="0"/>
              </a:spcBef>
              <a:spcAft>
                <a:spcPts val="0"/>
              </a:spcAft>
              <a:buClr>
                <a:schemeClr val="lt1"/>
              </a:buClr>
              <a:buSzPts val="900"/>
              <a:buFont typeface="DM Sans"/>
              <a:buNone/>
              <a:defRPr sz="900">
                <a:latin typeface="DM Sans"/>
                <a:ea typeface="DM Sans"/>
                <a:cs typeface="DM Sans"/>
                <a:sym typeface="DM Sans"/>
              </a:defRPr>
            </a:lvl9pPr>
          </a:lstStyle>
          <a:p/>
        </p:txBody>
      </p:sp>
      <p:sp>
        <p:nvSpPr>
          <p:cNvPr id="293" name="Google Shape;293;p27"/>
          <p:cNvSpPr txBox="1"/>
          <p:nvPr>
            <p:ph idx="36" type="subTitle"/>
          </p:nvPr>
        </p:nvSpPr>
        <p:spPr>
          <a:xfrm>
            <a:off x="6815568" y="4068356"/>
            <a:ext cx="2101200" cy="1950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900"/>
              <a:buFont typeface="DM Sans"/>
              <a:buNone/>
              <a:defRPr sz="900">
                <a:latin typeface="DM Sans"/>
                <a:ea typeface="DM Sans"/>
                <a:cs typeface="DM Sans"/>
                <a:sym typeface="DM Sans"/>
              </a:defRPr>
            </a:lvl1pPr>
            <a:lvl2pPr lvl="1" algn="ctr">
              <a:spcBef>
                <a:spcPts val="0"/>
              </a:spcBef>
              <a:spcAft>
                <a:spcPts val="0"/>
              </a:spcAft>
              <a:buClr>
                <a:schemeClr val="lt1"/>
              </a:buClr>
              <a:buSzPts val="900"/>
              <a:buFont typeface="DM Sans"/>
              <a:buNone/>
              <a:defRPr sz="900">
                <a:latin typeface="DM Sans"/>
                <a:ea typeface="DM Sans"/>
                <a:cs typeface="DM Sans"/>
                <a:sym typeface="DM Sans"/>
              </a:defRPr>
            </a:lvl2pPr>
            <a:lvl3pPr lvl="2" algn="ctr">
              <a:spcBef>
                <a:spcPts val="0"/>
              </a:spcBef>
              <a:spcAft>
                <a:spcPts val="0"/>
              </a:spcAft>
              <a:buClr>
                <a:schemeClr val="lt1"/>
              </a:buClr>
              <a:buSzPts val="900"/>
              <a:buFont typeface="DM Sans"/>
              <a:buNone/>
              <a:defRPr sz="900">
                <a:latin typeface="DM Sans"/>
                <a:ea typeface="DM Sans"/>
                <a:cs typeface="DM Sans"/>
                <a:sym typeface="DM Sans"/>
              </a:defRPr>
            </a:lvl3pPr>
            <a:lvl4pPr lvl="3" algn="ctr">
              <a:spcBef>
                <a:spcPts val="0"/>
              </a:spcBef>
              <a:spcAft>
                <a:spcPts val="0"/>
              </a:spcAft>
              <a:buClr>
                <a:schemeClr val="lt1"/>
              </a:buClr>
              <a:buSzPts val="900"/>
              <a:buFont typeface="DM Sans"/>
              <a:buNone/>
              <a:defRPr sz="900">
                <a:latin typeface="DM Sans"/>
                <a:ea typeface="DM Sans"/>
                <a:cs typeface="DM Sans"/>
                <a:sym typeface="DM Sans"/>
              </a:defRPr>
            </a:lvl4pPr>
            <a:lvl5pPr lvl="4" algn="ctr">
              <a:spcBef>
                <a:spcPts val="0"/>
              </a:spcBef>
              <a:spcAft>
                <a:spcPts val="0"/>
              </a:spcAft>
              <a:buClr>
                <a:schemeClr val="lt1"/>
              </a:buClr>
              <a:buSzPts val="900"/>
              <a:buFont typeface="DM Sans"/>
              <a:buNone/>
              <a:defRPr sz="900">
                <a:latin typeface="DM Sans"/>
                <a:ea typeface="DM Sans"/>
                <a:cs typeface="DM Sans"/>
                <a:sym typeface="DM Sans"/>
              </a:defRPr>
            </a:lvl5pPr>
            <a:lvl6pPr lvl="5" algn="ctr">
              <a:spcBef>
                <a:spcPts val="0"/>
              </a:spcBef>
              <a:spcAft>
                <a:spcPts val="0"/>
              </a:spcAft>
              <a:buClr>
                <a:schemeClr val="lt1"/>
              </a:buClr>
              <a:buSzPts val="900"/>
              <a:buFont typeface="DM Sans"/>
              <a:buNone/>
              <a:defRPr sz="900">
                <a:latin typeface="DM Sans"/>
                <a:ea typeface="DM Sans"/>
                <a:cs typeface="DM Sans"/>
                <a:sym typeface="DM Sans"/>
              </a:defRPr>
            </a:lvl6pPr>
            <a:lvl7pPr lvl="6" algn="ctr">
              <a:spcBef>
                <a:spcPts val="0"/>
              </a:spcBef>
              <a:spcAft>
                <a:spcPts val="0"/>
              </a:spcAft>
              <a:buClr>
                <a:schemeClr val="lt1"/>
              </a:buClr>
              <a:buSzPts val="900"/>
              <a:buFont typeface="DM Sans"/>
              <a:buNone/>
              <a:defRPr sz="900">
                <a:latin typeface="DM Sans"/>
                <a:ea typeface="DM Sans"/>
                <a:cs typeface="DM Sans"/>
                <a:sym typeface="DM Sans"/>
              </a:defRPr>
            </a:lvl7pPr>
            <a:lvl8pPr lvl="7" algn="ctr">
              <a:spcBef>
                <a:spcPts val="0"/>
              </a:spcBef>
              <a:spcAft>
                <a:spcPts val="0"/>
              </a:spcAft>
              <a:buClr>
                <a:schemeClr val="lt1"/>
              </a:buClr>
              <a:buSzPts val="900"/>
              <a:buFont typeface="DM Sans"/>
              <a:buNone/>
              <a:defRPr sz="900">
                <a:latin typeface="DM Sans"/>
                <a:ea typeface="DM Sans"/>
                <a:cs typeface="DM Sans"/>
                <a:sym typeface="DM Sans"/>
              </a:defRPr>
            </a:lvl8pPr>
            <a:lvl9pPr lvl="8" algn="ctr">
              <a:spcBef>
                <a:spcPts val="0"/>
              </a:spcBef>
              <a:spcAft>
                <a:spcPts val="0"/>
              </a:spcAft>
              <a:buClr>
                <a:schemeClr val="lt1"/>
              </a:buClr>
              <a:buSzPts val="900"/>
              <a:buFont typeface="DM Sans"/>
              <a:buNone/>
              <a:defRPr sz="900">
                <a:latin typeface="DM Sans"/>
                <a:ea typeface="DM Sans"/>
                <a:cs typeface="DM Sans"/>
                <a:sym typeface="DM Sa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ium title only">
  <p:cSld name="BLANK_1_1_1_1_2">
    <p:spTree>
      <p:nvGrpSpPr>
        <p:cNvPr id="294" name="Shape 294"/>
        <p:cNvGrpSpPr/>
        <p:nvPr/>
      </p:nvGrpSpPr>
      <p:grpSpPr>
        <a:xfrm>
          <a:off x="0" y="0"/>
          <a:ext cx="0" cy="0"/>
          <a:chOff x="0" y="0"/>
          <a:chExt cx="0" cy="0"/>
        </a:xfrm>
      </p:grpSpPr>
      <p:sp>
        <p:nvSpPr>
          <p:cNvPr id="295" name="Google Shape;295;p28"/>
          <p:cNvSpPr txBox="1"/>
          <p:nvPr>
            <p:ph type="title"/>
          </p:nvPr>
        </p:nvSpPr>
        <p:spPr>
          <a:xfrm>
            <a:off x="228600" y="460100"/>
            <a:ext cx="8686800" cy="587700"/>
          </a:xfrm>
          <a:prstGeom prst="rect">
            <a:avLst/>
          </a:prstGeom>
        </p:spPr>
        <p:txBody>
          <a:bodyPr anchorCtr="0" anchor="t" bIns="91425" lIns="91425" spcFirstLastPara="1" rIns="91425" wrap="square" tIns="0">
            <a:spAutoFit/>
          </a:bodyPr>
          <a:lstStyle>
            <a:lvl1pPr lvl="0" algn="ctr">
              <a:lnSpc>
                <a:spcPct val="70000"/>
              </a:lnSpc>
              <a:spcBef>
                <a:spcPts val="0"/>
              </a:spcBef>
              <a:spcAft>
                <a:spcPts val="0"/>
              </a:spcAft>
              <a:buNone/>
              <a:defRPr sz="2800"/>
            </a:lvl1pPr>
            <a:lvl2pPr lvl="1">
              <a:lnSpc>
                <a:spcPct val="115000"/>
              </a:lnSpc>
              <a:spcBef>
                <a:spcPts val="0"/>
              </a:spcBef>
              <a:spcAft>
                <a:spcPts val="0"/>
              </a:spcAft>
              <a:buNone/>
              <a:defRPr sz="2800"/>
            </a:lvl2pPr>
            <a:lvl3pPr lvl="2">
              <a:lnSpc>
                <a:spcPct val="115000"/>
              </a:lnSpc>
              <a:spcBef>
                <a:spcPts val="0"/>
              </a:spcBef>
              <a:spcAft>
                <a:spcPts val="0"/>
              </a:spcAft>
              <a:buNone/>
              <a:defRPr sz="2800"/>
            </a:lvl3pPr>
            <a:lvl4pPr lvl="3">
              <a:lnSpc>
                <a:spcPct val="115000"/>
              </a:lnSpc>
              <a:spcBef>
                <a:spcPts val="0"/>
              </a:spcBef>
              <a:spcAft>
                <a:spcPts val="0"/>
              </a:spcAft>
              <a:buNone/>
              <a:defRPr sz="2800"/>
            </a:lvl4pPr>
            <a:lvl5pPr lvl="4">
              <a:lnSpc>
                <a:spcPct val="115000"/>
              </a:lnSpc>
              <a:spcBef>
                <a:spcPts val="0"/>
              </a:spcBef>
              <a:spcAft>
                <a:spcPts val="0"/>
              </a:spcAft>
              <a:buNone/>
              <a:defRPr sz="2800"/>
            </a:lvl5pPr>
            <a:lvl6pPr lvl="5">
              <a:lnSpc>
                <a:spcPct val="115000"/>
              </a:lnSpc>
              <a:spcBef>
                <a:spcPts val="0"/>
              </a:spcBef>
              <a:spcAft>
                <a:spcPts val="0"/>
              </a:spcAft>
              <a:buNone/>
              <a:defRPr sz="2800"/>
            </a:lvl6pPr>
            <a:lvl7pPr lvl="6">
              <a:lnSpc>
                <a:spcPct val="115000"/>
              </a:lnSpc>
              <a:spcBef>
                <a:spcPts val="0"/>
              </a:spcBef>
              <a:spcAft>
                <a:spcPts val="0"/>
              </a:spcAft>
              <a:buNone/>
              <a:defRPr sz="2800"/>
            </a:lvl7pPr>
            <a:lvl8pPr lvl="7">
              <a:lnSpc>
                <a:spcPct val="115000"/>
              </a:lnSpc>
              <a:spcBef>
                <a:spcPts val="0"/>
              </a:spcBef>
              <a:spcAft>
                <a:spcPts val="0"/>
              </a:spcAft>
              <a:buNone/>
              <a:defRPr sz="2800"/>
            </a:lvl8pPr>
            <a:lvl9pPr lvl="8">
              <a:lnSpc>
                <a:spcPct val="115000"/>
              </a:lnSpc>
              <a:spcBef>
                <a:spcPts val="0"/>
              </a:spcBef>
              <a:spcAft>
                <a:spcPts val="0"/>
              </a:spcAft>
              <a:buNone/>
              <a:defRPr sz="2800"/>
            </a:lvl9pPr>
          </a:lstStyle>
          <a:p/>
        </p:txBody>
      </p:sp>
      <p:sp>
        <p:nvSpPr>
          <p:cNvPr id="296" name="Google Shape;296;p28"/>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
        <p:nvSpPr>
          <p:cNvPr id="297" name="Google Shape;297;p28"/>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p:cSld name="BLANK_1_1_1_1_1_1">
    <p:bg>
      <p:bgPr>
        <a:solidFill>
          <a:schemeClr val="lt1"/>
        </a:solidFill>
      </p:bgPr>
    </p:bg>
    <p:spTree>
      <p:nvGrpSpPr>
        <p:cNvPr id="298" name="Shape 298"/>
        <p:cNvGrpSpPr/>
        <p:nvPr/>
      </p:nvGrpSpPr>
      <p:grpSpPr>
        <a:xfrm>
          <a:off x="0" y="0"/>
          <a:ext cx="0" cy="0"/>
          <a:chOff x="0" y="0"/>
          <a:chExt cx="0" cy="0"/>
        </a:xfrm>
      </p:grpSpPr>
      <p:sp>
        <p:nvSpPr>
          <p:cNvPr id="299" name="Google Shape;299;p29"/>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2pPr>
            <a:lvl3pPr lvl="2">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3pPr>
            <a:lvl4pPr lvl="3">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4pPr>
            <a:lvl5pPr lvl="4">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5pPr>
            <a:lvl6pPr lvl="5">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6pPr>
            <a:lvl7pPr lvl="6">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7pPr>
            <a:lvl8pPr lvl="7">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8pPr>
            <a:lvl9pPr lvl="8">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9pPr>
          </a:lstStyle>
          <a:p/>
        </p:txBody>
      </p:sp>
      <p:sp>
        <p:nvSpPr>
          <p:cNvPr id="300" name="Google Shape;300;p29"/>
          <p:cNvSpPr/>
          <p:nvPr>
            <p:ph idx="2" type="pic"/>
          </p:nvPr>
        </p:nvSpPr>
        <p:spPr>
          <a:xfrm>
            <a:off x="1407350" y="1446450"/>
            <a:ext cx="1500300" cy="710100"/>
          </a:xfrm>
          <a:prstGeom prst="roundRect">
            <a:avLst>
              <a:gd fmla="val 16667" name="adj"/>
            </a:avLst>
          </a:prstGeom>
          <a:noFill/>
          <a:ln>
            <a:noFill/>
          </a:ln>
        </p:spPr>
      </p:sp>
      <p:sp>
        <p:nvSpPr>
          <p:cNvPr id="301" name="Google Shape;301;p29"/>
          <p:cNvSpPr txBox="1"/>
          <p:nvPr>
            <p:ph type="title"/>
          </p:nvPr>
        </p:nvSpPr>
        <p:spPr>
          <a:xfrm>
            <a:off x="1028550" y="2023325"/>
            <a:ext cx="7180800" cy="841800"/>
          </a:xfrm>
          <a:prstGeom prst="rect">
            <a:avLst/>
          </a:prstGeom>
        </p:spPr>
        <p:txBody>
          <a:bodyPr anchorCtr="0" anchor="t" bIns="0" lIns="91425" spcFirstLastPara="1" rIns="91425" wrap="square" tIns="91425">
            <a:spAutoFit/>
          </a:bodyPr>
          <a:lstStyle>
            <a:lvl1pPr lvl="0" algn="ctr">
              <a:lnSpc>
                <a:spcPct val="75000"/>
              </a:lnSpc>
              <a:spcBef>
                <a:spcPts val="0"/>
              </a:spcBef>
              <a:spcAft>
                <a:spcPts val="0"/>
              </a:spcAft>
              <a:buClr>
                <a:schemeClr val="dk1"/>
              </a:buClr>
              <a:buSzPts val="4800"/>
              <a:buFont typeface="Forum"/>
              <a:buNone/>
              <a:defRPr sz="4800">
                <a:solidFill>
                  <a:schemeClr val="dk1"/>
                </a:solidFill>
              </a:defRPr>
            </a:lvl1pPr>
            <a:lvl2pPr lvl="1" algn="ctr">
              <a:lnSpc>
                <a:spcPct val="75000"/>
              </a:lnSpc>
              <a:spcBef>
                <a:spcPts val="0"/>
              </a:spcBef>
              <a:spcAft>
                <a:spcPts val="0"/>
              </a:spcAft>
              <a:buClr>
                <a:schemeClr val="dk1"/>
              </a:buClr>
              <a:buSzPts val="4800"/>
              <a:buFont typeface="Forum"/>
              <a:buNone/>
              <a:defRPr sz="4800">
                <a:solidFill>
                  <a:schemeClr val="dk1"/>
                </a:solidFill>
                <a:latin typeface="Forum"/>
                <a:ea typeface="Forum"/>
                <a:cs typeface="Forum"/>
                <a:sym typeface="Forum"/>
              </a:defRPr>
            </a:lvl2pPr>
            <a:lvl3pPr lvl="2" algn="ctr">
              <a:lnSpc>
                <a:spcPct val="75000"/>
              </a:lnSpc>
              <a:spcBef>
                <a:spcPts val="0"/>
              </a:spcBef>
              <a:spcAft>
                <a:spcPts val="0"/>
              </a:spcAft>
              <a:buClr>
                <a:schemeClr val="dk1"/>
              </a:buClr>
              <a:buSzPts val="4800"/>
              <a:buFont typeface="Forum"/>
              <a:buNone/>
              <a:defRPr sz="4800">
                <a:solidFill>
                  <a:schemeClr val="dk1"/>
                </a:solidFill>
                <a:latin typeface="Forum"/>
                <a:ea typeface="Forum"/>
                <a:cs typeface="Forum"/>
                <a:sym typeface="Forum"/>
              </a:defRPr>
            </a:lvl3pPr>
            <a:lvl4pPr lvl="3" algn="ctr">
              <a:lnSpc>
                <a:spcPct val="75000"/>
              </a:lnSpc>
              <a:spcBef>
                <a:spcPts val="0"/>
              </a:spcBef>
              <a:spcAft>
                <a:spcPts val="0"/>
              </a:spcAft>
              <a:buClr>
                <a:schemeClr val="dk1"/>
              </a:buClr>
              <a:buSzPts val="4800"/>
              <a:buFont typeface="Forum"/>
              <a:buNone/>
              <a:defRPr sz="4800">
                <a:solidFill>
                  <a:schemeClr val="dk1"/>
                </a:solidFill>
                <a:latin typeface="Forum"/>
                <a:ea typeface="Forum"/>
                <a:cs typeface="Forum"/>
                <a:sym typeface="Forum"/>
              </a:defRPr>
            </a:lvl4pPr>
            <a:lvl5pPr lvl="4" algn="ctr">
              <a:lnSpc>
                <a:spcPct val="75000"/>
              </a:lnSpc>
              <a:spcBef>
                <a:spcPts val="0"/>
              </a:spcBef>
              <a:spcAft>
                <a:spcPts val="0"/>
              </a:spcAft>
              <a:buClr>
                <a:schemeClr val="dk1"/>
              </a:buClr>
              <a:buSzPts val="4800"/>
              <a:buFont typeface="Forum"/>
              <a:buNone/>
              <a:defRPr sz="4800">
                <a:solidFill>
                  <a:schemeClr val="dk1"/>
                </a:solidFill>
                <a:latin typeface="Forum"/>
                <a:ea typeface="Forum"/>
                <a:cs typeface="Forum"/>
                <a:sym typeface="Forum"/>
              </a:defRPr>
            </a:lvl5pPr>
            <a:lvl6pPr lvl="5" algn="ctr">
              <a:lnSpc>
                <a:spcPct val="75000"/>
              </a:lnSpc>
              <a:spcBef>
                <a:spcPts val="0"/>
              </a:spcBef>
              <a:spcAft>
                <a:spcPts val="0"/>
              </a:spcAft>
              <a:buClr>
                <a:schemeClr val="dk1"/>
              </a:buClr>
              <a:buSzPts val="4800"/>
              <a:buFont typeface="Forum"/>
              <a:buNone/>
              <a:defRPr sz="4800">
                <a:solidFill>
                  <a:schemeClr val="dk1"/>
                </a:solidFill>
                <a:latin typeface="Forum"/>
                <a:ea typeface="Forum"/>
                <a:cs typeface="Forum"/>
                <a:sym typeface="Forum"/>
              </a:defRPr>
            </a:lvl6pPr>
            <a:lvl7pPr lvl="6" algn="ctr">
              <a:lnSpc>
                <a:spcPct val="75000"/>
              </a:lnSpc>
              <a:spcBef>
                <a:spcPts val="0"/>
              </a:spcBef>
              <a:spcAft>
                <a:spcPts val="0"/>
              </a:spcAft>
              <a:buClr>
                <a:schemeClr val="dk1"/>
              </a:buClr>
              <a:buSzPts val="4800"/>
              <a:buFont typeface="Forum"/>
              <a:buNone/>
              <a:defRPr sz="4800">
                <a:solidFill>
                  <a:schemeClr val="dk1"/>
                </a:solidFill>
                <a:latin typeface="Forum"/>
                <a:ea typeface="Forum"/>
                <a:cs typeface="Forum"/>
                <a:sym typeface="Forum"/>
              </a:defRPr>
            </a:lvl7pPr>
            <a:lvl8pPr lvl="7" algn="ctr">
              <a:lnSpc>
                <a:spcPct val="75000"/>
              </a:lnSpc>
              <a:spcBef>
                <a:spcPts val="0"/>
              </a:spcBef>
              <a:spcAft>
                <a:spcPts val="0"/>
              </a:spcAft>
              <a:buClr>
                <a:schemeClr val="dk1"/>
              </a:buClr>
              <a:buSzPts val="4800"/>
              <a:buFont typeface="Forum"/>
              <a:buNone/>
              <a:defRPr sz="4800">
                <a:solidFill>
                  <a:schemeClr val="dk1"/>
                </a:solidFill>
                <a:latin typeface="Forum"/>
                <a:ea typeface="Forum"/>
                <a:cs typeface="Forum"/>
                <a:sym typeface="Forum"/>
              </a:defRPr>
            </a:lvl8pPr>
            <a:lvl9pPr lvl="8" algn="ctr">
              <a:lnSpc>
                <a:spcPct val="75000"/>
              </a:lnSpc>
              <a:spcBef>
                <a:spcPts val="0"/>
              </a:spcBef>
              <a:spcAft>
                <a:spcPts val="0"/>
              </a:spcAft>
              <a:buClr>
                <a:schemeClr val="dk1"/>
              </a:buClr>
              <a:buSzPts val="4800"/>
              <a:buFont typeface="Forum"/>
              <a:buNone/>
              <a:defRPr sz="4800">
                <a:solidFill>
                  <a:schemeClr val="dk1"/>
                </a:solidFill>
                <a:latin typeface="Forum"/>
                <a:ea typeface="Forum"/>
                <a:cs typeface="Forum"/>
                <a:sym typeface="Forum"/>
              </a:defRPr>
            </a:lvl9pPr>
          </a:lstStyle>
          <a:p/>
        </p:txBody>
      </p:sp>
      <p:sp>
        <p:nvSpPr>
          <p:cNvPr id="302" name="Google Shape;302;p29"/>
          <p:cNvSpPr/>
          <p:nvPr>
            <p:ph idx="3" type="pic"/>
          </p:nvPr>
        </p:nvSpPr>
        <p:spPr>
          <a:xfrm>
            <a:off x="5316900" y="3181200"/>
            <a:ext cx="763800" cy="763800"/>
          </a:xfrm>
          <a:prstGeom prst="ellipse">
            <a:avLst/>
          </a:prstGeom>
          <a:noFill/>
          <a:ln>
            <a:noFill/>
          </a:ln>
        </p:spPr>
      </p:sp>
      <p:sp>
        <p:nvSpPr>
          <p:cNvPr id="303" name="Google Shape;303;p29"/>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dk1"/>
                </a:solidFill>
                <a:latin typeface="DM Sans"/>
                <a:ea typeface="DM Sans"/>
                <a:cs typeface="DM Sans"/>
                <a:sym typeface="DM Sans"/>
              </a:rPr>
              <a:t>‹#›</a:t>
            </a:fld>
            <a:endParaRPr sz="700">
              <a:solidFill>
                <a:schemeClr val="dk1"/>
              </a:solidFill>
              <a:latin typeface="DM Sans"/>
              <a:ea typeface="DM Sans"/>
              <a:cs typeface="DM Sans"/>
              <a:sym typeface="DM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p:cSld name="BLANK_1_1_1_1_1_1_2">
    <p:spTree>
      <p:nvGrpSpPr>
        <p:cNvPr id="304" name="Shape 304"/>
        <p:cNvGrpSpPr/>
        <p:nvPr/>
      </p:nvGrpSpPr>
      <p:grpSpPr>
        <a:xfrm>
          <a:off x="0" y="0"/>
          <a:ext cx="0" cy="0"/>
          <a:chOff x="0" y="0"/>
          <a:chExt cx="0" cy="0"/>
        </a:xfrm>
      </p:grpSpPr>
      <p:sp>
        <p:nvSpPr>
          <p:cNvPr id="305" name="Google Shape;305;p30"/>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
        <p:nvSpPr>
          <p:cNvPr id="306" name="Google Shape;306;p30"/>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307" name="Google Shape;307;p30"/>
          <p:cNvSpPr txBox="1"/>
          <p:nvPr>
            <p:ph idx="2" type="subTitle"/>
          </p:nvPr>
        </p:nvSpPr>
        <p:spPr>
          <a:xfrm>
            <a:off x="228675" y="2704139"/>
            <a:ext cx="2834700" cy="540000"/>
          </a:xfrm>
          <a:prstGeom prst="rect">
            <a:avLst/>
          </a:prstGeom>
        </p:spPr>
        <p:txBody>
          <a:bodyPr anchorCtr="0" anchor="t" bIns="91425" lIns="91425" spcFirstLastPara="1" rIns="91425" wrap="square" tIns="91425">
            <a:noAutofit/>
          </a:bodyPr>
          <a:lstStyle>
            <a:lvl1pPr lvl="0" algn="ctr">
              <a:lnSpc>
                <a:spcPct val="60000"/>
              </a:lnSpc>
              <a:spcBef>
                <a:spcPts val="0"/>
              </a:spcBef>
              <a:spcAft>
                <a:spcPts val="0"/>
              </a:spcAft>
              <a:buNone/>
              <a:defRPr sz="2200">
                <a:latin typeface="DM Sans Light"/>
                <a:ea typeface="DM Sans Light"/>
                <a:cs typeface="DM Sans Light"/>
                <a:sym typeface="DM Sans Light"/>
              </a:defRPr>
            </a:lvl1pPr>
            <a:lvl2pPr lvl="1">
              <a:spcBef>
                <a:spcPts val="0"/>
              </a:spcBef>
              <a:spcAft>
                <a:spcPts val="0"/>
              </a:spcAft>
              <a:buClr>
                <a:schemeClr val="lt1"/>
              </a:buClr>
              <a:buSzPts val="1400"/>
              <a:buFont typeface="DM Sans"/>
              <a:buNone/>
              <a:defRPr>
                <a:latin typeface="DM Sans"/>
                <a:ea typeface="DM Sans"/>
                <a:cs typeface="DM Sans"/>
                <a:sym typeface="DM Sans"/>
              </a:defRPr>
            </a:lvl2pPr>
            <a:lvl3pPr lvl="2">
              <a:spcBef>
                <a:spcPts val="0"/>
              </a:spcBef>
              <a:spcAft>
                <a:spcPts val="0"/>
              </a:spcAft>
              <a:buClr>
                <a:schemeClr val="lt1"/>
              </a:buClr>
              <a:buSzPts val="1400"/>
              <a:buFont typeface="DM Sans"/>
              <a:buNone/>
              <a:defRPr>
                <a:latin typeface="DM Sans"/>
                <a:ea typeface="DM Sans"/>
                <a:cs typeface="DM Sans"/>
                <a:sym typeface="DM Sans"/>
              </a:defRPr>
            </a:lvl3pPr>
            <a:lvl4pPr lvl="3">
              <a:spcBef>
                <a:spcPts val="0"/>
              </a:spcBef>
              <a:spcAft>
                <a:spcPts val="0"/>
              </a:spcAft>
              <a:buClr>
                <a:schemeClr val="lt1"/>
              </a:buClr>
              <a:buSzPts val="1400"/>
              <a:buFont typeface="DM Sans"/>
              <a:buNone/>
              <a:defRPr>
                <a:latin typeface="DM Sans"/>
                <a:ea typeface="DM Sans"/>
                <a:cs typeface="DM Sans"/>
                <a:sym typeface="DM Sans"/>
              </a:defRPr>
            </a:lvl4pPr>
            <a:lvl5pPr lvl="4">
              <a:spcBef>
                <a:spcPts val="0"/>
              </a:spcBef>
              <a:spcAft>
                <a:spcPts val="0"/>
              </a:spcAft>
              <a:buClr>
                <a:schemeClr val="lt1"/>
              </a:buClr>
              <a:buSzPts val="1400"/>
              <a:buFont typeface="DM Sans"/>
              <a:buNone/>
              <a:defRPr>
                <a:latin typeface="DM Sans"/>
                <a:ea typeface="DM Sans"/>
                <a:cs typeface="DM Sans"/>
                <a:sym typeface="DM Sans"/>
              </a:defRPr>
            </a:lvl5pPr>
            <a:lvl6pPr lvl="5">
              <a:spcBef>
                <a:spcPts val="0"/>
              </a:spcBef>
              <a:spcAft>
                <a:spcPts val="0"/>
              </a:spcAft>
              <a:buClr>
                <a:schemeClr val="lt1"/>
              </a:buClr>
              <a:buSzPts val="1400"/>
              <a:buFont typeface="DM Sans"/>
              <a:buNone/>
              <a:defRPr>
                <a:latin typeface="DM Sans"/>
                <a:ea typeface="DM Sans"/>
                <a:cs typeface="DM Sans"/>
                <a:sym typeface="DM Sans"/>
              </a:defRPr>
            </a:lvl6pPr>
            <a:lvl7pPr lvl="6">
              <a:spcBef>
                <a:spcPts val="0"/>
              </a:spcBef>
              <a:spcAft>
                <a:spcPts val="0"/>
              </a:spcAft>
              <a:buClr>
                <a:schemeClr val="lt1"/>
              </a:buClr>
              <a:buSzPts val="1400"/>
              <a:buFont typeface="DM Sans"/>
              <a:buNone/>
              <a:defRPr>
                <a:latin typeface="DM Sans"/>
                <a:ea typeface="DM Sans"/>
                <a:cs typeface="DM Sans"/>
                <a:sym typeface="DM Sans"/>
              </a:defRPr>
            </a:lvl7pPr>
            <a:lvl8pPr lvl="7">
              <a:spcBef>
                <a:spcPts val="0"/>
              </a:spcBef>
              <a:spcAft>
                <a:spcPts val="0"/>
              </a:spcAft>
              <a:buClr>
                <a:schemeClr val="lt1"/>
              </a:buClr>
              <a:buSzPts val="1400"/>
              <a:buFont typeface="DM Sans"/>
              <a:buNone/>
              <a:defRPr>
                <a:latin typeface="DM Sans"/>
                <a:ea typeface="DM Sans"/>
                <a:cs typeface="DM Sans"/>
                <a:sym typeface="DM Sans"/>
              </a:defRPr>
            </a:lvl8pPr>
            <a:lvl9pPr lvl="8">
              <a:spcBef>
                <a:spcPts val="0"/>
              </a:spcBef>
              <a:spcAft>
                <a:spcPts val="0"/>
              </a:spcAft>
              <a:buClr>
                <a:schemeClr val="lt1"/>
              </a:buClr>
              <a:buSzPts val="1400"/>
              <a:buFont typeface="DM Sans"/>
              <a:buNone/>
              <a:defRPr>
                <a:latin typeface="DM Sans"/>
                <a:ea typeface="DM Sans"/>
                <a:cs typeface="DM Sans"/>
                <a:sym typeface="DM Sans"/>
              </a:defRPr>
            </a:lvl9pPr>
          </a:lstStyle>
          <a:p/>
        </p:txBody>
      </p:sp>
      <p:sp>
        <p:nvSpPr>
          <p:cNvPr id="308" name="Google Shape;308;p30"/>
          <p:cNvSpPr txBox="1"/>
          <p:nvPr>
            <p:ph idx="3" type="body"/>
          </p:nvPr>
        </p:nvSpPr>
        <p:spPr>
          <a:xfrm>
            <a:off x="761025" y="3339980"/>
            <a:ext cx="1770000" cy="877500"/>
          </a:xfrm>
          <a:prstGeom prst="rect">
            <a:avLst/>
          </a:prstGeom>
        </p:spPr>
        <p:txBody>
          <a:bodyPr anchorCtr="0" anchor="t" bIns="91425" lIns="91425" spcFirstLastPara="1" rIns="91425" wrap="square" tIns="0">
            <a:noAutofit/>
          </a:bodyPr>
          <a:lstStyle>
            <a:lvl1pPr indent="-228600" lvl="0" marL="457200" algn="ctr">
              <a:lnSpc>
                <a:spcPct val="115000"/>
              </a:lnSpc>
              <a:spcBef>
                <a:spcPts val="0"/>
              </a:spcBef>
              <a:spcAft>
                <a:spcPts val="0"/>
              </a:spcAft>
              <a:buNone/>
              <a:defRPr/>
            </a:lvl1pPr>
            <a:lvl2pPr indent="-292100" lvl="1" marL="914400" algn="ctr">
              <a:spcBef>
                <a:spcPts val="0"/>
              </a:spcBef>
              <a:spcAft>
                <a:spcPts val="0"/>
              </a:spcAft>
              <a:buClr>
                <a:schemeClr val="lt1"/>
              </a:buClr>
              <a:buSzPts val="1000"/>
              <a:buFont typeface="DM Sans"/>
              <a:buChar char="○"/>
              <a:defRPr/>
            </a:lvl2pPr>
            <a:lvl3pPr indent="-292100" lvl="2" marL="1371600" algn="ctr">
              <a:spcBef>
                <a:spcPts val="0"/>
              </a:spcBef>
              <a:spcAft>
                <a:spcPts val="0"/>
              </a:spcAft>
              <a:buClr>
                <a:schemeClr val="lt1"/>
              </a:buClr>
              <a:buSzPts val="1000"/>
              <a:buFont typeface="DM Sans"/>
              <a:buChar char="■"/>
              <a:defRPr/>
            </a:lvl3pPr>
            <a:lvl4pPr indent="-292100" lvl="3" marL="1828800" algn="ctr">
              <a:spcBef>
                <a:spcPts val="0"/>
              </a:spcBef>
              <a:spcAft>
                <a:spcPts val="0"/>
              </a:spcAft>
              <a:buClr>
                <a:schemeClr val="lt1"/>
              </a:buClr>
              <a:buSzPts val="1000"/>
              <a:buFont typeface="DM Sans"/>
              <a:buChar char="●"/>
              <a:defRPr/>
            </a:lvl4pPr>
            <a:lvl5pPr indent="-292100" lvl="4" marL="2286000" algn="ctr">
              <a:spcBef>
                <a:spcPts val="0"/>
              </a:spcBef>
              <a:spcAft>
                <a:spcPts val="0"/>
              </a:spcAft>
              <a:buClr>
                <a:schemeClr val="lt1"/>
              </a:buClr>
              <a:buSzPts val="1000"/>
              <a:buFont typeface="DM Sans"/>
              <a:buChar char="○"/>
              <a:defRPr/>
            </a:lvl5pPr>
            <a:lvl6pPr indent="-292100" lvl="5" marL="2743200" algn="ctr">
              <a:spcBef>
                <a:spcPts val="0"/>
              </a:spcBef>
              <a:spcAft>
                <a:spcPts val="0"/>
              </a:spcAft>
              <a:buClr>
                <a:schemeClr val="lt1"/>
              </a:buClr>
              <a:buSzPts val="1000"/>
              <a:buFont typeface="DM Sans"/>
              <a:buChar char="■"/>
              <a:defRPr/>
            </a:lvl6pPr>
            <a:lvl7pPr indent="-292100" lvl="6" marL="3200400" algn="ctr">
              <a:spcBef>
                <a:spcPts val="0"/>
              </a:spcBef>
              <a:spcAft>
                <a:spcPts val="0"/>
              </a:spcAft>
              <a:buClr>
                <a:schemeClr val="lt1"/>
              </a:buClr>
              <a:buSzPts val="1000"/>
              <a:buFont typeface="DM Sans"/>
              <a:buChar char="●"/>
              <a:defRPr/>
            </a:lvl7pPr>
            <a:lvl8pPr indent="-292100" lvl="7" marL="3657600" algn="ctr">
              <a:spcBef>
                <a:spcPts val="0"/>
              </a:spcBef>
              <a:spcAft>
                <a:spcPts val="0"/>
              </a:spcAft>
              <a:buClr>
                <a:schemeClr val="lt1"/>
              </a:buClr>
              <a:buSzPts val="1000"/>
              <a:buFont typeface="DM Sans"/>
              <a:buChar char="○"/>
              <a:defRPr/>
            </a:lvl8pPr>
            <a:lvl9pPr indent="-292100" lvl="8" marL="4114800" algn="ctr">
              <a:spcBef>
                <a:spcPts val="0"/>
              </a:spcBef>
              <a:spcAft>
                <a:spcPts val="0"/>
              </a:spcAft>
              <a:buClr>
                <a:schemeClr val="lt1"/>
              </a:buClr>
              <a:buSzPts val="1000"/>
              <a:buFont typeface="DM Sans"/>
              <a:buChar char="■"/>
              <a:defRPr/>
            </a:lvl9pPr>
          </a:lstStyle>
          <a:p/>
        </p:txBody>
      </p:sp>
      <p:sp>
        <p:nvSpPr>
          <p:cNvPr id="309" name="Google Shape;309;p30"/>
          <p:cNvSpPr txBox="1"/>
          <p:nvPr>
            <p:ph idx="4" type="subTitle"/>
          </p:nvPr>
        </p:nvSpPr>
        <p:spPr>
          <a:xfrm>
            <a:off x="3154650" y="2704139"/>
            <a:ext cx="2834700" cy="540000"/>
          </a:xfrm>
          <a:prstGeom prst="rect">
            <a:avLst/>
          </a:prstGeom>
        </p:spPr>
        <p:txBody>
          <a:bodyPr anchorCtr="0" anchor="t" bIns="91425" lIns="91425" spcFirstLastPara="1" rIns="91425" wrap="square" tIns="91425">
            <a:noAutofit/>
          </a:bodyPr>
          <a:lstStyle>
            <a:lvl1pPr lvl="0" algn="ctr">
              <a:lnSpc>
                <a:spcPct val="60000"/>
              </a:lnSpc>
              <a:spcBef>
                <a:spcPts val="0"/>
              </a:spcBef>
              <a:spcAft>
                <a:spcPts val="0"/>
              </a:spcAft>
              <a:buNone/>
              <a:defRPr sz="2200">
                <a:latin typeface="DM Sans Light"/>
                <a:ea typeface="DM Sans Light"/>
                <a:cs typeface="DM Sans Light"/>
                <a:sym typeface="DM Sans Light"/>
              </a:defRPr>
            </a:lvl1pPr>
            <a:lvl2pPr lvl="1">
              <a:spcBef>
                <a:spcPts val="0"/>
              </a:spcBef>
              <a:spcAft>
                <a:spcPts val="0"/>
              </a:spcAft>
              <a:buClr>
                <a:schemeClr val="lt1"/>
              </a:buClr>
              <a:buSzPts val="1400"/>
              <a:buFont typeface="DM Sans"/>
              <a:buNone/>
              <a:defRPr>
                <a:latin typeface="DM Sans"/>
                <a:ea typeface="DM Sans"/>
                <a:cs typeface="DM Sans"/>
                <a:sym typeface="DM Sans"/>
              </a:defRPr>
            </a:lvl2pPr>
            <a:lvl3pPr lvl="2">
              <a:spcBef>
                <a:spcPts val="0"/>
              </a:spcBef>
              <a:spcAft>
                <a:spcPts val="0"/>
              </a:spcAft>
              <a:buClr>
                <a:schemeClr val="lt1"/>
              </a:buClr>
              <a:buSzPts val="1400"/>
              <a:buFont typeface="DM Sans"/>
              <a:buNone/>
              <a:defRPr>
                <a:latin typeface="DM Sans"/>
                <a:ea typeface="DM Sans"/>
                <a:cs typeface="DM Sans"/>
                <a:sym typeface="DM Sans"/>
              </a:defRPr>
            </a:lvl3pPr>
            <a:lvl4pPr lvl="3">
              <a:spcBef>
                <a:spcPts val="0"/>
              </a:spcBef>
              <a:spcAft>
                <a:spcPts val="0"/>
              </a:spcAft>
              <a:buClr>
                <a:schemeClr val="lt1"/>
              </a:buClr>
              <a:buSzPts val="1400"/>
              <a:buFont typeface="DM Sans"/>
              <a:buNone/>
              <a:defRPr>
                <a:latin typeface="DM Sans"/>
                <a:ea typeface="DM Sans"/>
                <a:cs typeface="DM Sans"/>
                <a:sym typeface="DM Sans"/>
              </a:defRPr>
            </a:lvl4pPr>
            <a:lvl5pPr lvl="4">
              <a:spcBef>
                <a:spcPts val="0"/>
              </a:spcBef>
              <a:spcAft>
                <a:spcPts val="0"/>
              </a:spcAft>
              <a:buClr>
                <a:schemeClr val="lt1"/>
              </a:buClr>
              <a:buSzPts val="1400"/>
              <a:buFont typeface="DM Sans"/>
              <a:buNone/>
              <a:defRPr>
                <a:latin typeface="DM Sans"/>
                <a:ea typeface="DM Sans"/>
                <a:cs typeface="DM Sans"/>
                <a:sym typeface="DM Sans"/>
              </a:defRPr>
            </a:lvl5pPr>
            <a:lvl6pPr lvl="5">
              <a:spcBef>
                <a:spcPts val="0"/>
              </a:spcBef>
              <a:spcAft>
                <a:spcPts val="0"/>
              </a:spcAft>
              <a:buClr>
                <a:schemeClr val="lt1"/>
              </a:buClr>
              <a:buSzPts val="1400"/>
              <a:buFont typeface="DM Sans"/>
              <a:buNone/>
              <a:defRPr>
                <a:latin typeface="DM Sans"/>
                <a:ea typeface="DM Sans"/>
                <a:cs typeface="DM Sans"/>
                <a:sym typeface="DM Sans"/>
              </a:defRPr>
            </a:lvl6pPr>
            <a:lvl7pPr lvl="6">
              <a:spcBef>
                <a:spcPts val="0"/>
              </a:spcBef>
              <a:spcAft>
                <a:spcPts val="0"/>
              </a:spcAft>
              <a:buClr>
                <a:schemeClr val="lt1"/>
              </a:buClr>
              <a:buSzPts val="1400"/>
              <a:buFont typeface="DM Sans"/>
              <a:buNone/>
              <a:defRPr>
                <a:latin typeface="DM Sans"/>
                <a:ea typeface="DM Sans"/>
                <a:cs typeface="DM Sans"/>
                <a:sym typeface="DM Sans"/>
              </a:defRPr>
            </a:lvl7pPr>
            <a:lvl8pPr lvl="7">
              <a:spcBef>
                <a:spcPts val="0"/>
              </a:spcBef>
              <a:spcAft>
                <a:spcPts val="0"/>
              </a:spcAft>
              <a:buClr>
                <a:schemeClr val="lt1"/>
              </a:buClr>
              <a:buSzPts val="1400"/>
              <a:buFont typeface="DM Sans"/>
              <a:buNone/>
              <a:defRPr>
                <a:latin typeface="DM Sans"/>
                <a:ea typeface="DM Sans"/>
                <a:cs typeface="DM Sans"/>
                <a:sym typeface="DM Sans"/>
              </a:defRPr>
            </a:lvl8pPr>
            <a:lvl9pPr lvl="8">
              <a:spcBef>
                <a:spcPts val="0"/>
              </a:spcBef>
              <a:spcAft>
                <a:spcPts val="0"/>
              </a:spcAft>
              <a:buClr>
                <a:schemeClr val="lt1"/>
              </a:buClr>
              <a:buSzPts val="1400"/>
              <a:buFont typeface="DM Sans"/>
              <a:buNone/>
              <a:defRPr>
                <a:latin typeface="DM Sans"/>
                <a:ea typeface="DM Sans"/>
                <a:cs typeface="DM Sans"/>
                <a:sym typeface="DM Sans"/>
              </a:defRPr>
            </a:lvl9pPr>
          </a:lstStyle>
          <a:p/>
        </p:txBody>
      </p:sp>
      <p:sp>
        <p:nvSpPr>
          <p:cNvPr id="310" name="Google Shape;310;p30"/>
          <p:cNvSpPr txBox="1"/>
          <p:nvPr>
            <p:ph idx="5" type="body"/>
          </p:nvPr>
        </p:nvSpPr>
        <p:spPr>
          <a:xfrm>
            <a:off x="3687000" y="3339980"/>
            <a:ext cx="1770000" cy="877500"/>
          </a:xfrm>
          <a:prstGeom prst="rect">
            <a:avLst/>
          </a:prstGeom>
        </p:spPr>
        <p:txBody>
          <a:bodyPr anchorCtr="0" anchor="t" bIns="91425" lIns="91425" spcFirstLastPara="1" rIns="91425" wrap="square" tIns="0">
            <a:noAutofit/>
          </a:bodyPr>
          <a:lstStyle>
            <a:lvl1pPr indent="-228600" lvl="0" marL="457200" algn="ctr">
              <a:lnSpc>
                <a:spcPct val="115000"/>
              </a:lnSpc>
              <a:spcBef>
                <a:spcPts val="0"/>
              </a:spcBef>
              <a:spcAft>
                <a:spcPts val="0"/>
              </a:spcAft>
              <a:buNone/>
              <a:defRPr/>
            </a:lvl1pPr>
            <a:lvl2pPr indent="-292100" lvl="1" marL="914400" algn="ctr">
              <a:spcBef>
                <a:spcPts val="0"/>
              </a:spcBef>
              <a:spcAft>
                <a:spcPts val="0"/>
              </a:spcAft>
              <a:buClr>
                <a:schemeClr val="lt1"/>
              </a:buClr>
              <a:buSzPts val="1000"/>
              <a:buFont typeface="DM Sans"/>
              <a:buChar char="○"/>
              <a:defRPr/>
            </a:lvl2pPr>
            <a:lvl3pPr indent="-292100" lvl="2" marL="1371600" algn="ctr">
              <a:spcBef>
                <a:spcPts val="0"/>
              </a:spcBef>
              <a:spcAft>
                <a:spcPts val="0"/>
              </a:spcAft>
              <a:buClr>
                <a:schemeClr val="lt1"/>
              </a:buClr>
              <a:buSzPts val="1000"/>
              <a:buFont typeface="DM Sans"/>
              <a:buChar char="■"/>
              <a:defRPr/>
            </a:lvl3pPr>
            <a:lvl4pPr indent="-292100" lvl="3" marL="1828800" algn="ctr">
              <a:spcBef>
                <a:spcPts val="0"/>
              </a:spcBef>
              <a:spcAft>
                <a:spcPts val="0"/>
              </a:spcAft>
              <a:buClr>
                <a:schemeClr val="lt1"/>
              </a:buClr>
              <a:buSzPts val="1000"/>
              <a:buFont typeface="DM Sans"/>
              <a:buChar char="●"/>
              <a:defRPr/>
            </a:lvl4pPr>
            <a:lvl5pPr indent="-292100" lvl="4" marL="2286000" algn="ctr">
              <a:spcBef>
                <a:spcPts val="0"/>
              </a:spcBef>
              <a:spcAft>
                <a:spcPts val="0"/>
              </a:spcAft>
              <a:buClr>
                <a:schemeClr val="lt1"/>
              </a:buClr>
              <a:buSzPts val="1000"/>
              <a:buFont typeface="DM Sans"/>
              <a:buChar char="○"/>
              <a:defRPr/>
            </a:lvl5pPr>
            <a:lvl6pPr indent="-292100" lvl="5" marL="2743200" algn="ctr">
              <a:spcBef>
                <a:spcPts val="0"/>
              </a:spcBef>
              <a:spcAft>
                <a:spcPts val="0"/>
              </a:spcAft>
              <a:buClr>
                <a:schemeClr val="lt1"/>
              </a:buClr>
              <a:buSzPts val="1000"/>
              <a:buFont typeface="DM Sans"/>
              <a:buChar char="■"/>
              <a:defRPr/>
            </a:lvl6pPr>
            <a:lvl7pPr indent="-292100" lvl="6" marL="3200400" algn="ctr">
              <a:spcBef>
                <a:spcPts val="0"/>
              </a:spcBef>
              <a:spcAft>
                <a:spcPts val="0"/>
              </a:spcAft>
              <a:buClr>
                <a:schemeClr val="lt1"/>
              </a:buClr>
              <a:buSzPts val="1000"/>
              <a:buFont typeface="DM Sans"/>
              <a:buChar char="●"/>
              <a:defRPr/>
            </a:lvl7pPr>
            <a:lvl8pPr indent="-292100" lvl="7" marL="3657600" algn="ctr">
              <a:spcBef>
                <a:spcPts val="0"/>
              </a:spcBef>
              <a:spcAft>
                <a:spcPts val="0"/>
              </a:spcAft>
              <a:buClr>
                <a:schemeClr val="lt1"/>
              </a:buClr>
              <a:buSzPts val="1000"/>
              <a:buFont typeface="DM Sans"/>
              <a:buChar char="○"/>
              <a:defRPr/>
            </a:lvl8pPr>
            <a:lvl9pPr indent="-292100" lvl="8" marL="4114800" algn="ctr">
              <a:spcBef>
                <a:spcPts val="0"/>
              </a:spcBef>
              <a:spcAft>
                <a:spcPts val="0"/>
              </a:spcAft>
              <a:buClr>
                <a:schemeClr val="lt1"/>
              </a:buClr>
              <a:buSzPts val="1000"/>
              <a:buFont typeface="DM Sans"/>
              <a:buChar char="■"/>
              <a:defRPr/>
            </a:lvl9pPr>
          </a:lstStyle>
          <a:p/>
        </p:txBody>
      </p:sp>
      <p:sp>
        <p:nvSpPr>
          <p:cNvPr id="311" name="Google Shape;311;p30"/>
          <p:cNvSpPr txBox="1"/>
          <p:nvPr>
            <p:ph idx="6" type="subTitle"/>
          </p:nvPr>
        </p:nvSpPr>
        <p:spPr>
          <a:xfrm>
            <a:off x="6080625" y="2704139"/>
            <a:ext cx="2834700" cy="540000"/>
          </a:xfrm>
          <a:prstGeom prst="rect">
            <a:avLst/>
          </a:prstGeom>
        </p:spPr>
        <p:txBody>
          <a:bodyPr anchorCtr="0" anchor="t" bIns="91425" lIns="91425" spcFirstLastPara="1" rIns="91425" wrap="square" tIns="91425">
            <a:noAutofit/>
          </a:bodyPr>
          <a:lstStyle>
            <a:lvl1pPr lvl="0" algn="ctr">
              <a:lnSpc>
                <a:spcPct val="60000"/>
              </a:lnSpc>
              <a:spcBef>
                <a:spcPts val="0"/>
              </a:spcBef>
              <a:spcAft>
                <a:spcPts val="0"/>
              </a:spcAft>
              <a:buNone/>
              <a:defRPr sz="2200">
                <a:latin typeface="DM Sans Light"/>
                <a:ea typeface="DM Sans Light"/>
                <a:cs typeface="DM Sans Light"/>
                <a:sym typeface="DM Sans Light"/>
              </a:defRPr>
            </a:lvl1pPr>
            <a:lvl2pPr lvl="1">
              <a:spcBef>
                <a:spcPts val="0"/>
              </a:spcBef>
              <a:spcAft>
                <a:spcPts val="0"/>
              </a:spcAft>
              <a:buClr>
                <a:schemeClr val="lt1"/>
              </a:buClr>
              <a:buSzPts val="1400"/>
              <a:buFont typeface="DM Sans"/>
              <a:buNone/>
              <a:defRPr>
                <a:latin typeface="DM Sans"/>
                <a:ea typeface="DM Sans"/>
                <a:cs typeface="DM Sans"/>
                <a:sym typeface="DM Sans"/>
              </a:defRPr>
            </a:lvl2pPr>
            <a:lvl3pPr lvl="2">
              <a:spcBef>
                <a:spcPts val="0"/>
              </a:spcBef>
              <a:spcAft>
                <a:spcPts val="0"/>
              </a:spcAft>
              <a:buClr>
                <a:schemeClr val="lt1"/>
              </a:buClr>
              <a:buSzPts val="1400"/>
              <a:buFont typeface="DM Sans"/>
              <a:buNone/>
              <a:defRPr>
                <a:latin typeface="DM Sans"/>
                <a:ea typeface="DM Sans"/>
                <a:cs typeface="DM Sans"/>
                <a:sym typeface="DM Sans"/>
              </a:defRPr>
            </a:lvl3pPr>
            <a:lvl4pPr lvl="3">
              <a:spcBef>
                <a:spcPts val="0"/>
              </a:spcBef>
              <a:spcAft>
                <a:spcPts val="0"/>
              </a:spcAft>
              <a:buClr>
                <a:schemeClr val="lt1"/>
              </a:buClr>
              <a:buSzPts val="1400"/>
              <a:buFont typeface="DM Sans"/>
              <a:buNone/>
              <a:defRPr>
                <a:latin typeface="DM Sans"/>
                <a:ea typeface="DM Sans"/>
                <a:cs typeface="DM Sans"/>
                <a:sym typeface="DM Sans"/>
              </a:defRPr>
            </a:lvl4pPr>
            <a:lvl5pPr lvl="4">
              <a:spcBef>
                <a:spcPts val="0"/>
              </a:spcBef>
              <a:spcAft>
                <a:spcPts val="0"/>
              </a:spcAft>
              <a:buClr>
                <a:schemeClr val="lt1"/>
              </a:buClr>
              <a:buSzPts val="1400"/>
              <a:buFont typeface="DM Sans"/>
              <a:buNone/>
              <a:defRPr>
                <a:latin typeface="DM Sans"/>
                <a:ea typeface="DM Sans"/>
                <a:cs typeface="DM Sans"/>
                <a:sym typeface="DM Sans"/>
              </a:defRPr>
            </a:lvl5pPr>
            <a:lvl6pPr lvl="5">
              <a:spcBef>
                <a:spcPts val="0"/>
              </a:spcBef>
              <a:spcAft>
                <a:spcPts val="0"/>
              </a:spcAft>
              <a:buClr>
                <a:schemeClr val="lt1"/>
              </a:buClr>
              <a:buSzPts val="1400"/>
              <a:buFont typeface="DM Sans"/>
              <a:buNone/>
              <a:defRPr>
                <a:latin typeface="DM Sans"/>
                <a:ea typeface="DM Sans"/>
                <a:cs typeface="DM Sans"/>
                <a:sym typeface="DM Sans"/>
              </a:defRPr>
            </a:lvl6pPr>
            <a:lvl7pPr lvl="6">
              <a:spcBef>
                <a:spcPts val="0"/>
              </a:spcBef>
              <a:spcAft>
                <a:spcPts val="0"/>
              </a:spcAft>
              <a:buClr>
                <a:schemeClr val="lt1"/>
              </a:buClr>
              <a:buSzPts val="1400"/>
              <a:buFont typeface="DM Sans"/>
              <a:buNone/>
              <a:defRPr>
                <a:latin typeface="DM Sans"/>
                <a:ea typeface="DM Sans"/>
                <a:cs typeface="DM Sans"/>
                <a:sym typeface="DM Sans"/>
              </a:defRPr>
            </a:lvl7pPr>
            <a:lvl8pPr lvl="7">
              <a:spcBef>
                <a:spcPts val="0"/>
              </a:spcBef>
              <a:spcAft>
                <a:spcPts val="0"/>
              </a:spcAft>
              <a:buClr>
                <a:schemeClr val="lt1"/>
              </a:buClr>
              <a:buSzPts val="1400"/>
              <a:buFont typeface="DM Sans"/>
              <a:buNone/>
              <a:defRPr>
                <a:latin typeface="DM Sans"/>
                <a:ea typeface="DM Sans"/>
                <a:cs typeface="DM Sans"/>
                <a:sym typeface="DM Sans"/>
              </a:defRPr>
            </a:lvl8pPr>
            <a:lvl9pPr lvl="8">
              <a:spcBef>
                <a:spcPts val="0"/>
              </a:spcBef>
              <a:spcAft>
                <a:spcPts val="0"/>
              </a:spcAft>
              <a:buClr>
                <a:schemeClr val="lt1"/>
              </a:buClr>
              <a:buSzPts val="1400"/>
              <a:buFont typeface="DM Sans"/>
              <a:buNone/>
              <a:defRPr>
                <a:latin typeface="DM Sans"/>
                <a:ea typeface="DM Sans"/>
                <a:cs typeface="DM Sans"/>
                <a:sym typeface="DM Sans"/>
              </a:defRPr>
            </a:lvl9pPr>
          </a:lstStyle>
          <a:p/>
        </p:txBody>
      </p:sp>
      <p:sp>
        <p:nvSpPr>
          <p:cNvPr id="312" name="Google Shape;312;p30"/>
          <p:cNvSpPr txBox="1"/>
          <p:nvPr>
            <p:ph idx="7" type="body"/>
          </p:nvPr>
        </p:nvSpPr>
        <p:spPr>
          <a:xfrm>
            <a:off x="6612975" y="3339980"/>
            <a:ext cx="1770000" cy="877500"/>
          </a:xfrm>
          <a:prstGeom prst="rect">
            <a:avLst/>
          </a:prstGeom>
        </p:spPr>
        <p:txBody>
          <a:bodyPr anchorCtr="0" anchor="t" bIns="91425" lIns="91425" spcFirstLastPara="1" rIns="91425" wrap="square" tIns="0">
            <a:noAutofit/>
          </a:bodyPr>
          <a:lstStyle>
            <a:lvl1pPr indent="-228600" lvl="0" marL="457200" algn="ctr">
              <a:lnSpc>
                <a:spcPct val="115000"/>
              </a:lnSpc>
              <a:spcBef>
                <a:spcPts val="0"/>
              </a:spcBef>
              <a:spcAft>
                <a:spcPts val="0"/>
              </a:spcAft>
              <a:buNone/>
              <a:defRPr/>
            </a:lvl1pPr>
            <a:lvl2pPr indent="-292100" lvl="1" marL="914400" algn="ctr">
              <a:spcBef>
                <a:spcPts val="0"/>
              </a:spcBef>
              <a:spcAft>
                <a:spcPts val="0"/>
              </a:spcAft>
              <a:buClr>
                <a:schemeClr val="lt1"/>
              </a:buClr>
              <a:buSzPts val="1000"/>
              <a:buFont typeface="DM Sans"/>
              <a:buChar char="○"/>
              <a:defRPr/>
            </a:lvl2pPr>
            <a:lvl3pPr indent="-292100" lvl="2" marL="1371600" algn="ctr">
              <a:spcBef>
                <a:spcPts val="0"/>
              </a:spcBef>
              <a:spcAft>
                <a:spcPts val="0"/>
              </a:spcAft>
              <a:buClr>
                <a:schemeClr val="lt1"/>
              </a:buClr>
              <a:buSzPts val="1000"/>
              <a:buFont typeface="DM Sans"/>
              <a:buChar char="■"/>
              <a:defRPr/>
            </a:lvl3pPr>
            <a:lvl4pPr indent="-292100" lvl="3" marL="1828800" algn="ctr">
              <a:spcBef>
                <a:spcPts val="0"/>
              </a:spcBef>
              <a:spcAft>
                <a:spcPts val="0"/>
              </a:spcAft>
              <a:buClr>
                <a:schemeClr val="lt1"/>
              </a:buClr>
              <a:buSzPts val="1000"/>
              <a:buFont typeface="DM Sans"/>
              <a:buChar char="●"/>
              <a:defRPr/>
            </a:lvl4pPr>
            <a:lvl5pPr indent="-292100" lvl="4" marL="2286000" algn="ctr">
              <a:spcBef>
                <a:spcPts val="0"/>
              </a:spcBef>
              <a:spcAft>
                <a:spcPts val="0"/>
              </a:spcAft>
              <a:buClr>
                <a:schemeClr val="lt1"/>
              </a:buClr>
              <a:buSzPts val="1000"/>
              <a:buFont typeface="DM Sans"/>
              <a:buChar char="○"/>
              <a:defRPr/>
            </a:lvl5pPr>
            <a:lvl6pPr indent="-292100" lvl="5" marL="2743200" algn="ctr">
              <a:spcBef>
                <a:spcPts val="0"/>
              </a:spcBef>
              <a:spcAft>
                <a:spcPts val="0"/>
              </a:spcAft>
              <a:buClr>
                <a:schemeClr val="lt1"/>
              </a:buClr>
              <a:buSzPts val="1000"/>
              <a:buFont typeface="DM Sans"/>
              <a:buChar char="■"/>
              <a:defRPr/>
            </a:lvl6pPr>
            <a:lvl7pPr indent="-292100" lvl="6" marL="3200400" algn="ctr">
              <a:spcBef>
                <a:spcPts val="0"/>
              </a:spcBef>
              <a:spcAft>
                <a:spcPts val="0"/>
              </a:spcAft>
              <a:buClr>
                <a:schemeClr val="lt1"/>
              </a:buClr>
              <a:buSzPts val="1000"/>
              <a:buFont typeface="DM Sans"/>
              <a:buChar char="●"/>
              <a:defRPr/>
            </a:lvl7pPr>
            <a:lvl8pPr indent="-292100" lvl="7" marL="3657600" algn="ctr">
              <a:spcBef>
                <a:spcPts val="0"/>
              </a:spcBef>
              <a:spcAft>
                <a:spcPts val="0"/>
              </a:spcAft>
              <a:buClr>
                <a:schemeClr val="lt1"/>
              </a:buClr>
              <a:buSzPts val="1000"/>
              <a:buFont typeface="DM Sans"/>
              <a:buChar char="○"/>
              <a:defRPr/>
            </a:lvl8pPr>
            <a:lvl9pPr indent="-292100" lvl="8" marL="4114800" algn="ctr">
              <a:spcBef>
                <a:spcPts val="0"/>
              </a:spcBef>
              <a:spcAft>
                <a:spcPts val="0"/>
              </a:spcAft>
              <a:buClr>
                <a:schemeClr val="lt1"/>
              </a:buClr>
              <a:buSzPts val="1000"/>
              <a:buFont typeface="DM Sans"/>
              <a:buChar char="■"/>
              <a:defRPr/>
            </a:lvl9pPr>
          </a:lstStyle>
          <a:p/>
        </p:txBody>
      </p:sp>
      <p:sp>
        <p:nvSpPr>
          <p:cNvPr id="313" name="Google Shape;313;p30"/>
          <p:cNvSpPr txBox="1"/>
          <p:nvPr>
            <p:ph type="title"/>
          </p:nvPr>
        </p:nvSpPr>
        <p:spPr>
          <a:xfrm>
            <a:off x="228600" y="399325"/>
            <a:ext cx="8686800" cy="624600"/>
          </a:xfrm>
          <a:prstGeom prst="rect">
            <a:avLst/>
          </a:prstGeom>
        </p:spPr>
        <p:txBody>
          <a:bodyPr anchorCtr="0" anchor="t" bIns="0" lIns="0" spcFirstLastPara="1" rIns="91425" wrap="square" tIns="91425">
            <a:noAutofit/>
          </a:bodyPr>
          <a:lstStyle>
            <a:lvl1pPr lvl="0" algn="ctr">
              <a:lnSpc>
                <a:spcPct val="60000"/>
              </a:lnSpc>
              <a:spcBef>
                <a:spcPts val="0"/>
              </a:spcBef>
              <a:spcAft>
                <a:spcPts val="0"/>
              </a:spcAft>
              <a:buClr>
                <a:schemeClr val="lt1"/>
              </a:buClr>
              <a:buSzPts val="3600"/>
              <a:buFont typeface="Forum"/>
              <a:buNone/>
              <a:defRPr sz="3600"/>
            </a:lvl1pPr>
            <a:lvl2pPr lvl="1" algn="ctr">
              <a:lnSpc>
                <a:spcPct val="60000"/>
              </a:lnSpc>
              <a:spcBef>
                <a:spcPts val="0"/>
              </a:spcBef>
              <a:spcAft>
                <a:spcPts val="0"/>
              </a:spcAft>
              <a:buClr>
                <a:schemeClr val="lt1"/>
              </a:buClr>
              <a:buSzPts val="3600"/>
              <a:buFont typeface="Forum"/>
              <a:buNone/>
              <a:defRPr sz="3600">
                <a:latin typeface="Forum"/>
                <a:ea typeface="Forum"/>
                <a:cs typeface="Forum"/>
                <a:sym typeface="Forum"/>
              </a:defRPr>
            </a:lvl2pPr>
            <a:lvl3pPr lvl="2" algn="ctr">
              <a:lnSpc>
                <a:spcPct val="60000"/>
              </a:lnSpc>
              <a:spcBef>
                <a:spcPts val="0"/>
              </a:spcBef>
              <a:spcAft>
                <a:spcPts val="0"/>
              </a:spcAft>
              <a:buClr>
                <a:schemeClr val="lt1"/>
              </a:buClr>
              <a:buSzPts val="3600"/>
              <a:buFont typeface="Forum"/>
              <a:buNone/>
              <a:defRPr sz="3600">
                <a:latin typeface="Forum"/>
                <a:ea typeface="Forum"/>
                <a:cs typeface="Forum"/>
                <a:sym typeface="Forum"/>
              </a:defRPr>
            </a:lvl3pPr>
            <a:lvl4pPr lvl="3" algn="ctr">
              <a:lnSpc>
                <a:spcPct val="60000"/>
              </a:lnSpc>
              <a:spcBef>
                <a:spcPts val="0"/>
              </a:spcBef>
              <a:spcAft>
                <a:spcPts val="0"/>
              </a:spcAft>
              <a:buClr>
                <a:schemeClr val="lt1"/>
              </a:buClr>
              <a:buSzPts val="3600"/>
              <a:buFont typeface="Forum"/>
              <a:buNone/>
              <a:defRPr sz="3600">
                <a:latin typeface="Forum"/>
                <a:ea typeface="Forum"/>
                <a:cs typeface="Forum"/>
                <a:sym typeface="Forum"/>
              </a:defRPr>
            </a:lvl4pPr>
            <a:lvl5pPr lvl="4" algn="ctr">
              <a:lnSpc>
                <a:spcPct val="60000"/>
              </a:lnSpc>
              <a:spcBef>
                <a:spcPts val="0"/>
              </a:spcBef>
              <a:spcAft>
                <a:spcPts val="0"/>
              </a:spcAft>
              <a:buClr>
                <a:schemeClr val="lt1"/>
              </a:buClr>
              <a:buSzPts val="3600"/>
              <a:buFont typeface="Forum"/>
              <a:buNone/>
              <a:defRPr sz="3600">
                <a:latin typeface="Forum"/>
                <a:ea typeface="Forum"/>
                <a:cs typeface="Forum"/>
                <a:sym typeface="Forum"/>
              </a:defRPr>
            </a:lvl5pPr>
            <a:lvl6pPr lvl="5" algn="ctr">
              <a:lnSpc>
                <a:spcPct val="60000"/>
              </a:lnSpc>
              <a:spcBef>
                <a:spcPts val="0"/>
              </a:spcBef>
              <a:spcAft>
                <a:spcPts val="0"/>
              </a:spcAft>
              <a:buClr>
                <a:schemeClr val="lt1"/>
              </a:buClr>
              <a:buSzPts val="3600"/>
              <a:buFont typeface="Forum"/>
              <a:buNone/>
              <a:defRPr sz="3600">
                <a:latin typeface="Forum"/>
                <a:ea typeface="Forum"/>
                <a:cs typeface="Forum"/>
                <a:sym typeface="Forum"/>
              </a:defRPr>
            </a:lvl6pPr>
            <a:lvl7pPr lvl="6" algn="ctr">
              <a:lnSpc>
                <a:spcPct val="60000"/>
              </a:lnSpc>
              <a:spcBef>
                <a:spcPts val="0"/>
              </a:spcBef>
              <a:spcAft>
                <a:spcPts val="0"/>
              </a:spcAft>
              <a:buClr>
                <a:schemeClr val="lt1"/>
              </a:buClr>
              <a:buSzPts val="3600"/>
              <a:buFont typeface="Forum"/>
              <a:buNone/>
              <a:defRPr sz="3600">
                <a:latin typeface="Forum"/>
                <a:ea typeface="Forum"/>
                <a:cs typeface="Forum"/>
                <a:sym typeface="Forum"/>
              </a:defRPr>
            </a:lvl7pPr>
            <a:lvl8pPr lvl="7" algn="ctr">
              <a:lnSpc>
                <a:spcPct val="60000"/>
              </a:lnSpc>
              <a:spcBef>
                <a:spcPts val="0"/>
              </a:spcBef>
              <a:spcAft>
                <a:spcPts val="0"/>
              </a:spcAft>
              <a:buClr>
                <a:schemeClr val="lt1"/>
              </a:buClr>
              <a:buSzPts val="3600"/>
              <a:buFont typeface="Forum"/>
              <a:buNone/>
              <a:defRPr sz="3600">
                <a:latin typeface="Forum"/>
                <a:ea typeface="Forum"/>
                <a:cs typeface="Forum"/>
                <a:sym typeface="Forum"/>
              </a:defRPr>
            </a:lvl8pPr>
            <a:lvl9pPr lvl="8" algn="ctr">
              <a:lnSpc>
                <a:spcPct val="60000"/>
              </a:lnSpc>
              <a:spcBef>
                <a:spcPts val="0"/>
              </a:spcBef>
              <a:spcAft>
                <a:spcPts val="0"/>
              </a:spcAft>
              <a:buClr>
                <a:schemeClr val="lt1"/>
              </a:buClr>
              <a:buSzPts val="3600"/>
              <a:buFont typeface="Forum"/>
              <a:buNone/>
              <a:defRPr sz="3600">
                <a:latin typeface="Forum"/>
                <a:ea typeface="Forum"/>
                <a:cs typeface="Forum"/>
                <a:sym typeface="Forum"/>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CUSTOM">
    <p:spTree>
      <p:nvGrpSpPr>
        <p:cNvPr id="314" name="Shape 314"/>
        <p:cNvGrpSpPr/>
        <p:nvPr/>
      </p:nvGrpSpPr>
      <p:grpSpPr>
        <a:xfrm>
          <a:off x="0" y="0"/>
          <a:ext cx="0" cy="0"/>
          <a:chOff x="0" y="0"/>
          <a:chExt cx="0" cy="0"/>
        </a:xfrm>
      </p:grpSpPr>
      <p:sp>
        <p:nvSpPr>
          <p:cNvPr id="315" name="Google Shape;315;p31"/>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
        <p:nvSpPr>
          <p:cNvPr id="316" name="Google Shape;316;p31"/>
          <p:cNvSpPr/>
          <p:nvPr/>
        </p:nvSpPr>
        <p:spPr>
          <a:xfrm>
            <a:off x="0" y="0"/>
            <a:ext cx="24237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orum"/>
              <a:ea typeface="Forum"/>
              <a:cs typeface="Forum"/>
              <a:sym typeface="Forum"/>
            </a:endParaRPr>
          </a:p>
        </p:txBody>
      </p:sp>
      <p:sp>
        <p:nvSpPr>
          <p:cNvPr id="317" name="Google Shape;317;p31"/>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2pPr>
            <a:lvl3pPr lvl="2">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3pPr>
            <a:lvl4pPr lvl="3">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4pPr>
            <a:lvl5pPr lvl="4">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5pPr>
            <a:lvl6pPr lvl="5">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6pPr>
            <a:lvl7pPr lvl="6">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7pPr>
            <a:lvl8pPr lvl="7">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8pPr>
            <a:lvl9pPr lvl="8">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9pPr>
          </a:lstStyle>
          <a:p/>
        </p:txBody>
      </p:sp>
      <p:sp>
        <p:nvSpPr>
          <p:cNvPr id="318" name="Google Shape;318;p31"/>
          <p:cNvSpPr/>
          <p:nvPr>
            <p:ph idx="2" type="pic"/>
          </p:nvPr>
        </p:nvSpPr>
        <p:spPr>
          <a:xfrm>
            <a:off x="232825" y="457275"/>
            <a:ext cx="1966500" cy="1572900"/>
          </a:xfrm>
          <a:prstGeom prst="roundRect">
            <a:avLst>
              <a:gd fmla="val 20306" name="adj"/>
            </a:avLst>
          </a:prstGeom>
          <a:noFill/>
          <a:ln>
            <a:noFill/>
          </a:ln>
        </p:spPr>
      </p:sp>
      <p:sp>
        <p:nvSpPr>
          <p:cNvPr id="319" name="Google Shape;319;p31"/>
          <p:cNvSpPr txBox="1"/>
          <p:nvPr>
            <p:ph type="title"/>
          </p:nvPr>
        </p:nvSpPr>
        <p:spPr>
          <a:xfrm>
            <a:off x="228600" y="2224382"/>
            <a:ext cx="1966500" cy="624600"/>
          </a:xfrm>
          <a:prstGeom prst="rect">
            <a:avLst/>
          </a:prstGeom>
        </p:spPr>
        <p:txBody>
          <a:bodyPr anchorCtr="0" anchor="t" bIns="0" lIns="0" spcFirstLastPara="1" rIns="91425" wrap="square" tIns="91425">
            <a:noAutofit/>
          </a:bodyPr>
          <a:lstStyle>
            <a:lvl1pPr lvl="0" algn="ctr">
              <a:lnSpc>
                <a:spcPct val="60000"/>
              </a:lnSpc>
              <a:spcBef>
                <a:spcPts val="0"/>
              </a:spcBef>
              <a:spcAft>
                <a:spcPts val="0"/>
              </a:spcAft>
              <a:buClr>
                <a:schemeClr val="dk1"/>
              </a:buClr>
              <a:buSzPts val="2800"/>
              <a:buFont typeface="Forum"/>
              <a:buNone/>
              <a:defRPr sz="2800">
                <a:solidFill>
                  <a:schemeClr val="dk1"/>
                </a:solidFill>
              </a:defRPr>
            </a:lvl1pPr>
            <a:lvl2pPr lvl="1"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2pPr>
            <a:lvl3pPr lvl="2"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3pPr>
            <a:lvl4pPr lvl="3"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4pPr>
            <a:lvl5pPr lvl="4"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5pPr>
            <a:lvl6pPr lvl="5"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6pPr>
            <a:lvl7pPr lvl="6"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7pPr>
            <a:lvl8pPr lvl="7"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8pPr>
            <a:lvl9pPr lvl="8"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9pPr>
          </a:lstStyle>
          <a:p/>
        </p:txBody>
      </p:sp>
      <p:sp>
        <p:nvSpPr>
          <p:cNvPr id="320" name="Google Shape;320;p31"/>
          <p:cNvSpPr txBox="1"/>
          <p:nvPr>
            <p:ph idx="3" type="title"/>
          </p:nvPr>
        </p:nvSpPr>
        <p:spPr>
          <a:xfrm>
            <a:off x="3063300" y="457123"/>
            <a:ext cx="5852100" cy="587700"/>
          </a:xfrm>
          <a:prstGeom prst="rect">
            <a:avLst/>
          </a:prstGeom>
        </p:spPr>
        <p:txBody>
          <a:bodyPr anchorCtr="0" anchor="t" bIns="91425" lIns="91425" spcFirstLastPara="1" rIns="91425" wrap="square" tIns="0">
            <a:spAutoFit/>
          </a:bodyPr>
          <a:lstStyle>
            <a:lvl1pPr lvl="0" algn="ctr">
              <a:lnSpc>
                <a:spcPct val="70000"/>
              </a:lnSpc>
              <a:spcBef>
                <a:spcPts val="0"/>
              </a:spcBef>
              <a:spcAft>
                <a:spcPts val="0"/>
              </a:spcAft>
              <a:buNone/>
              <a:defRPr sz="2800"/>
            </a:lvl1pPr>
            <a:lvl2pPr lvl="1">
              <a:lnSpc>
                <a:spcPct val="70000"/>
              </a:lnSpc>
              <a:spcBef>
                <a:spcPts val="0"/>
              </a:spcBef>
              <a:spcAft>
                <a:spcPts val="0"/>
              </a:spcAft>
              <a:buNone/>
              <a:defRPr sz="2800"/>
            </a:lvl2pPr>
            <a:lvl3pPr lvl="2">
              <a:lnSpc>
                <a:spcPct val="70000"/>
              </a:lnSpc>
              <a:spcBef>
                <a:spcPts val="0"/>
              </a:spcBef>
              <a:spcAft>
                <a:spcPts val="0"/>
              </a:spcAft>
              <a:buNone/>
              <a:defRPr sz="2800"/>
            </a:lvl3pPr>
            <a:lvl4pPr lvl="3">
              <a:lnSpc>
                <a:spcPct val="70000"/>
              </a:lnSpc>
              <a:spcBef>
                <a:spcPts val="0"/>
              </a:spcBef>
              <a:spcAft>
                <a:spcPts val="0"/>
              </a:spcAft>
              <a:buNone/>
              <a:defRPr sz="2800"/>
            </a:lvl4pPr>
            <a:lvl5pPr lvl="4">
              <a:lnSpc>
                <a:spcPct val="70000"/>
              </a:lnSpc>
              <a:spcBef>
                <a:spcPts val="0"/>
              </a:spcBef>
              <a:spcAft>
                <a:spcPts val="0"/>
              </a:spcAft>
              <a:buNone/>
              <a:defRPr sz="2800"/>
            </a:lvl5pPr>
            <a:lvl6pPr lvl="5">
              <a:lnSpc>
                <a:spcPct val="70000"/>
              </a:lnSpc>
              <a:spcBef>
                <a:spcPts val="0"/>
              </a:spcBef>
              <a:spcAft>
                <a:spcPts val="0"/>
              </a:spcAft>
              <a:buNone/>
              <a:defRPr sz="2800"/>
            </a:lvl6pPr>
            <a:lvl7pPr lvl="6">
              <a:lnSpc>
                <a:spcPct val="70000"/>
              </a:lnSpc>
              <a:spcBef>
                <a:spcPts val="0"/>
              </a:spcBef>
              <a:spcAft>
                <a:spcPts val="0"/>
              </a:spcAft>
              <a:buNone/>
              <a:defRPr sz="2800"/>
            </a:lvl7pPr>
            <a:lvl8pPr lvl="7">
              <a:lnSpc>
                <a:spcPct val="70000"/>
              </a:lnSpc>
              <a:spcBef>
                <a:spcPts val="0"/>
              </a:spcBef>
              <a:spcAft>
                <a:spcPts val="0"/>
              </a:spcAft>
              <a:buNone/>
              <a:defRPr sz="2800"/>
            </a:lvl8pPr>
            <a:lvl9pPr lvl="8">
              <a:lnSpc>
                <a:spcPct val="70000"/>
              </a:lnSpc>
              <a:spcBef>
                <a:spcPts val="0"/>
              </a:spcBef>
              <a:spcAft>
                <a:spcPts val="0"/>
              </a:spcAft>
              <a:buNone/>
              <a:defRPr sz="2800"/>
            </a:lvl9pPr>
          </a:lstStyle>
          <a:p/>
        </p:txBody>
      </p:sp>
      <p:sp>
        <p:nvSpPr>
          <p:cNvPr id="321" name="Google Shape;321;p31"/>
          <p:cNvSpPr txBox="1"/>
          <p:nvPr>
            <p:ph idx="4" type="subTitle"/>
          </p:nvPr>
        </p:nvSpPr>
        <p:spPr>
          <a:xfrm>
            <a:off x="7160650" y="3105434"/>
            <a:ext cx="1754700" cy="385800"/>
          </a:xfrm>
          <a:prstGeom prst="rect">
            <a:avLst/>
          </a:prstGeom>
        </p:spPr>
        <p:txBody>
          <a:bodyPr anchorCtr="0" anchor="t" bIns="91425" lIns="0" spcFirstLastPara="1" rIns="91425" wrap="square" tIns="91425">
            <a:noAutofit/>
          </a:bodyPr>
          <a:lstStyle>
            <a:lvl1pPr lvl="0">
              <a:lnSpc>
                <a:spcPct val="65000"/>
              </a:lnSpc>
              <a:spcBef>
                <a:spcPts val="0"/>
              </a:spcBef>
              <a:spcAft>
                <a:spcPts val="0"/>
              </a:spcAft>
              <a:buNone/>
              <a:defRPr/>
            </a:lvl1pPr>
            <a:lvl2pPr lvl="1">
              <a:lnSpc>
                <a:spcPct val="65000"/>
              </a:lnSpc>
              <a:spcBef>
                <a:spcPts val="0"/>
              </a:spcBef>
              <a:spcAft>
                <a:spcPts val="0"/>
              </a:spcAft>
              <a:buClr>
                <a:schemeClr val="lt1"/>
              </a:buClr>
              <a:buSzPts val="1800"/>
              <a:buFont typeface="Forum"/>
              <a:buNone/>
              <a:defRPr sz="1800">
                <a:latin typeface="Forum"/>
                <a:ea typeface="Forum"/>
                <a:cs typeface="Forum"/>
                <a:sym typeface="Forum"/>
              </a:defRPr>
            </a:lvl2pPr>
            <a:lvl3pPr lvl="2">
              <a:lnSpc>
                <a:spcPct val="65000"/>
              </a:lnSpc>
              <a:spcBef>
                <a:spcPts val="0"/>
              </a:spcBef>
              <a:spcAft>
                <a:spcPts val="0"/>
              </a:spcAft>
              <a:buClr>
                <a:schemeClr val="lt1"/>
              </a:buClr>
              <a:buSzPts val="1800"/>
              <a:buFont typeface="Forum"/>
              <a:buNone/>
              <a:defRPr sz="1800">
                <a:latin typeface="Forum"/>
                <a:ea typeface="Forum"/>
                <a:cs typeface="Forum"/>
                <a:sym typeface="Forum"/>
              </a:defRPr>
            </a:lvl3pPr>
            <a:lvl4pPr lvl="3">
              <a:lnSpc>
                <a:spcPct val="65000"/>
              </a:lnSpc>
              <a:spcBef>
                <a:spcPts val="0"/>
              </a:spcBef>
              <a:spcAft>
                <a:spcPts val="0"/>
              </a:spcAft>
              <a:buClr>
                <a:schemeClr val="lt1"/>
              </a:buClr>
              <a:buSzPts val="1800"/>
              <a:buFont typeface="Forum"/>
              <a:buNone/>
              <a:defRPr sz="1800">
                <a:latin typeface="Forum"/>
                <a:ea typeface="Forum"/>
                <a:cs typeface="Forum"/>
                <a:sym typeface="Forum"/>
              </a:defRPr>
            </a:lvl4pPr>
            <a:lvl5pPr lvl="4">
              <a:lnSpc>
                <a:spcPct val="65000"/>
              </a:lnSpc>
              <a:spcBef>
                <a:spcPts val="0"/>
              </a:spcBef>
              <a:spcAft>
                <a:spcPts val="0"/>
              </a:spcAft>
              <a:buClr>
                <a:schemeClr val="lt1"/>
              </a:buClr>
              <a:buSzPts val="1800"/>
              <a:buFont typeface="Forum"/>
              <a:buNone/>
              <a:defRPr sz="1800">
                <a:latin typeface="Forum"/>
                <a:ea typeface="Forum"/>
                <a:cs typeface="Forum"/>
                <a:sym typeface="Forum"/>
              </a:defRPr>
            </a:lvl5pPr>
            <a:lvl6pPr lvl="5">
              <a:lnSpc>
                <a:spcPct val="65000"/>
              </a:lnSpc>
              <a:spcBef>
                <a:spcPts val="0"/>
              </a:spcBef>
              <a:spcAft>
                <a:spcPts val="0"/>
              </a:spcAft>
              <a:buClr>
                <a:schemeClr val="lt1"/>
              </a:buClr>
              <a:buSzPts val="1800"/>
              <a:buFont typeface="Forum"/>
              <a:buNone/>
              <a:defRPr sz="1800">
                <a:latin typeface="Forum"/>
                <a:ea typeface="Forum"/>
                <a:cs typeface="Forum"/>
                <a:sym typeface="Forum"/>
              </a:defRPr>
            </a:lvl6pPr>
            <a:lvl7pPr lvl="6">
              <a:lnSpc>
                <a:spcPct val="65000"/>
              </a:lnSpc>
              <a:spcBef>
                <a:spcPts val="0"/>
              </a:spcBef>
              <a:spcAft>
                <a:spcPts val="0"/>
              </a:spcAft>
              <a:buClr>
                <a:schemeClr val="lt1"/>
              </a:buClr>
              <a:buSzPts val="1800"/>
              <a:buFont typeface="Forum"/>
              <a:buNone/>
              <a:defRPr sz="1800">
                <a:latin typeface="Forum"/>
                <a:ea typeface="Forum"/>
                <a:cs typeface="Forum"/>
                <a:sym typeface="Forum"/>
              </a:defRPr>
            </a:lvl7pPr>
            <a:lvl8pPr lvl="7">
              <a:lnSpc>
                <a:spcPct val="65000"/>
              </a:lnSpc>
              <a:spcBef>
                <a:spcPts val="0"/>
              </a:spcBef>
              <a:spcAft>
                <a:spcPts val="0"/>
              </a:spcAft>
              <a:buClr>
                <a:schemeClr val="lt1"/>
              </a:buClr>
              <a:buSzPts val="1800"/>
              <a:buFont typeface="Forum"/>
              <a:buNone/>
              <a:defRPr sz="1800">
                <a:latin typeface="Forum"/>
                <a:ea typeface="Forum"/>
                <a:cs typeface="Forum"/>
                <a:sym typeface="Forum"/>
              </a:defRPr>
            </a:lvl8pPr>
            <a:lvl9pPr lvl="8">
              <a:lnSpc>
                <a:spcPct val="65000"/>
              </a:lnSpc>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322" name="Google Shape;322;p31"/>
          <p:cNvSpPr txBox="1"/>
          <p:nvPr>
            <p:ph idx="5" type="body"/>
          </p:nvPr>
        </p:nvSpPr>
        <p:spPr>
          <a:xfrm>
            <a:off x="7160650" y="3664400"/>
            <a:ext cx="1572000" cy="1019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323" name="Google Shape;323;p31"/>
          <p:cNvSpPr txBox="1"/>
          <p:nvPr>
            <p:ph idx="6" type="subTitle"/>
          </p:nvPr>
        </p:nvSpPr>
        <p:spPr>
          <a:xfrm>
            <a:off x="5056850" y="3105434"/>
            <a:ext cx="1572000" cy="385800"/>
          </a:xfrm>
          <a:prstGeom prst="rect">
            <a:avLst/>
          </a:prstGeom>
        </p:spPr>
        <p:txBody>
          <a:bodyPr anchorCtr="0" anchor="t" bIns="91425" lIns="0" spcFirstLastPara="1" rIns="91425" wrap="square" tIns="91425">
            <a:noAutofit/>
          </a:bodyPr>
          <a:lstStyle>
            <a:lvl1pPr lvl="0">
              <a:lnSpc>
                <a:spcPct val="65000"/>
              </a:lnSpc>
              <a:spcBef>
                <a:spcPts val="0"/>
              </a:spcBef>
              <a:spcAft>
                <a:spcPts val="0"/>
              </a:spcAft>
              <a:buNone/>
              <a:defRPr/>
            </a:lvl1pPr>
            <a:lvl2pPr lvl="1">
              <a:lnSpc>
                <a:spcPct val="65000"/>
              </a:lnSpc>
              <a:spcBef>
                <a:spcPts val="0"/>
              </a:spcBef>
              <a:spcAft>
                <a:spcPts val="0"/>
              </a:spcAft>
              <a:buClr>
                <a:schemeClr val="lt1"/>
              </a:buClr>
              <a:buSzPts val="1800"/>
              <a:buFont typeface="Forum"/>
              <a:buNone/>
              <a:defRPr sz="1800">
                <a:latin typeface="Forum"/>
                <a:ea typeface="Forum"/>
                <a:cs typeface="Forum"/>
                <a:sym typeface="Forum"/>
              </a:defRPr>
            </a:lvl2pPr>
            <a:lvl3pPr lvl="2">
              <a:lnSpc>
                <a:spcPct val="65000"/>
              </a:lnSpc>
              <a:spcBef>
                <a:spcPts val="0"/>
              </a:spcBef>
              <a:spcAft>
                <a:spcPts val="0"/>
              </a:spcAft>
              <a:buClr>
                <a:schemeClr val="lt1"/>
              </a:buClr>
              <a:buSzPts val="1800"/>
              <a:buFont typeface="Forum"/>
              <a:buNone/>
              <a:defRPr sz="1800">
                <a:latin typeface="Forum"/>
                <a:ea typeface="Forum"/>
                <a:cs typeface="Forum"/>
                <a:sym typeface="Forum"/>
              </a:defRPr>
            </a:lvl3pPr>
            <a:lvl4pPr lvl="3">
              <a:lnSpc>
                <a:spcPct val="65000"/>
              </a:lnSpc>
              <a:spcBef>
                <a:spcPts val="0"/>
              </a:spcBef>
              <a:spcAft>
                <a:spcPts val="0"/>
              </a:spcAft>
              <a:buClr>
                <a:schemeClr val="lt1"/>
              </a:buClr>
              <a:buSzPts val="1800"/>
              <a:buFont typeface="Forum"/>
              <a:buNone/>
              <a:defRPr sz="1800">
                <a:latin typeface="Forum"/>
                <a:ea typeface="Forum"/>
                <a:cs typeface="Forum"/>
                <a:sym typeface="Forum"/>
              </a:defRPr>
            </a:lvl4pPr>
            <a:lvl5pPr lvl="4">
              <a:lnSpc>
                <a:spcPct val="65000"/>
              </a:lnSpc>
              <a:spcBef>
                <a:spcPts val="0"/>
              </a:spcBef>
              <a:spcAft>
                <a:spcPts val="0"/>
              </a:spcAft>
              <a:buClr>
                <a:schemeClr val="lt1"/>
              </a:buClr>
              <a:buSzPts val="1800"/>
              <a:buFont typeface="Forum"/>
              <a:buNone/>
              <a:defRPr sz="1800">
                <a:latin typeface="Forum"/>
                <a:ea typeface="Forum"/>
                <a:cs typeface="Forum"/>
                <a:sym typeface="Forum"/>
              </a:defRPr>
            </a:lvl5pPr>
            <a:lvl6pPr lvl="5">
              <a:lnSpc>
                <a:spcPct val="65000"/>
              </a:lnSpc>
              <a:spcBef>
                <a:spcPts val="0"/>
              </a:spcBef>
              <a:spcAft>
                <a:spcPts val="0"/>
              </a:spcAft>
              <a:buClr>
                <a:schemeClr val="lt1"/>
              </a:buClr>
              <a:buSzPts val="1800"/>
              <a:buFont typeface="Forum"/>
              <a:buNone/>
              <a:defRPr sz="1800">
                <a:latin typeface="Forum"/>
                <a:ea typeface="Forum"/>
                <a:cs typeface="Forum"/>
                <a:sym typeface="Forum"/>
              </a:defRPr>
            </a:lvl6pPr>
            <a:lvl7pPr lvl="6">
              <a:lnSpc>
                <a:spcPct val="65000"/>
              </a:lnSpc>
              <a:spcBef>
                <a:spcPts val="0"/>
              </a:spcBef>
              <a:spcAft>
                <a:spcPts val="0"/>
              </a:spcAft>
              <a:buClr>
                <a:schemeClr val="lt1"/>
              </a:buClr>
              <a:buSzPts val="1800"/>
              <a:buFont typeface="Forum"/>
              <a:buNone/>
              <a:defRPr sz="1800">
                <a:latin typeface="Forum"/>
                <a:ea typeface="Forum"/>
                <a:cs typeface="Forum"/>
                <a:sym typeface="Forum"/>
              </a:defRPr>
            </a:lvl7pPr>
            <a:lvl8pPr lvl="7">
              <a:lnSpc>
                <a:spcPct val="65000"/>
              </a:lnSpc>
              <a:spcBef>
                <a:spcPts val="0"/>
              </a:spcBef>
              <a:spcAft>
                <a:spcPts val="0"/>
              </a:spcAft>
              <a:buClr>
                <a:schemeClr val="lt1"/>
              </a:buClr>
              <a:buSzPts val="1800"/>
              <a:buFont typeface="Forum"/>
              <a:buNone/>
              <a:defRPr sz="1800">
                <a:latin typeface="Forum"/>
                <a:ea typeface="Forum"/>
                <a:cs typeface="Forum"/>
                <a:sym typeface="Forum"/>
              </a:defRPr>
            </a:lvl8pPr>
            <a:lvl9pPr lvl="8">
              <a:lnSpc>
                <a:spcPct val="65000"/>
              </a:lnSpc>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324" name="Google Shape;324;p31"/>
          <p:cNvSpPr txBox="1"/>
          <p:nvPr>
            <p:ph idx="7" type="body"/>
          </p:nvPr>
        </p:nvSpPr>
        <p:spPr>
          <a:xfrm>
            <a:off x="5056850" y="3664400"/>
            <a:ext cx="1572000" cy="1019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325" name="Google Shape;325;p31"/>
          <p:cNvSpPr txBox="1"/>
          <p:nvPr>
            <p:ph idx="8" type="subTitle"/>
          </p:nvPr>
        </p:nvSpPr>
        <p:spPr>
          <a:xfrm>
            <a:off x="3141475" y="3105434"/>
            <a:ext cx="1572000" cy="385800"/>
          </a:xfrm>
          <a:prstGeom prst="rect">
            <a:avLst/>
          </a:prstGeom>
        </p:spPr>
        <p:txBody>
          <a:bodyPr anchorCtr="0" anchor="t" bIns="91425" lIns="0" spcFirstLastPara="1" rIns="91425" wrap="square" tIns="91425">
            <a:noAutofit/>
          </a:bodyPr>
          <a:lstStyle>
            <a:lvl1pPr lvl="0">
              <a:lnSpc>
                <a:spcPct val="65000"/>
              </a:lnSpc>
              <a:spcBef>
                <a:spcPts val="0"/>
              </a:spcBef>
              <a:spcAft>
                <a:spcPts val="0"/>
              </a:spcAft>
              <a:buNone/>
              <a:defRPr/>
            </a:lvl1pPr>
            <a:lvl2pPr lvl="1">
              <a:lnSpc>
                <a:spcPct val="65000"/>
              </a:lnSpc>
              <a:spcBef>
                <a:spcPts val="0"/>
              </a:spcBef>
              <a:spcAft>
                <a:spcPts val="0"/>
              </a:spcAft>
              <a:buClr>
                <a:schemeClr val="lt1"/>
              </a:buClr>
              <a:buSzPts val="1800"/>
              <a:buFont typeface="Forum"/>
              <a:buNone/>
              <a:defRPr sz="1800">
                <a:latin typeface="Forum"/>
                <a:ea typeface="Forum"/>
                <a:cs typeface="Forum"/>
                <a:sym typeface="Forum"/>
              </a:defRPr>
            </a:lvl2pPr>
            <a:lvl3pPr lvl="2">
              <a:lnSpc>
                <a:spcPct val="65000"/>
              </a:lnSpc>
              <a:spcBef>
                <a:spcPts val="0"/>
              </a:spcBef>
              <a:spcAft>
                <a:spcPts val="0"/>
              </a:spcAft>
              <a:buClr>
                <a:schemeClr val="lt1"/>
              </a:buClr>
              <a:buSzPts val="1800"/>
              <a:buFont typeface="Forum"/>
              <a:buNone/>
              <a:defRPr sz="1800">
                <a:latin typeface="Forum"/>
                <a:ea typeface="Forum"/>
                <a:cs typeface="Forum"/>
                <a:sym typeface="Forum"/>
              </a:defRPr>
            </a:lvl3pPr>
            <a:lvl4pPr lvl="3">
              <a:lnSpc>
                <a:spcPct val="65000"/>
              </a:lnSpc>
              <a:spcBef>
                <a:spcPts val="0"/>
              </a:spcBef>
              <a:spcAft>
                <a:spcPts val="0"/>
              </a:spcAft>
              <a:buClr>
                <a:schemeClr val="lt1"/>
              </a:buClr>
              <a:buSzPts val="1800"/>
              <a:buFont typeface="Forum"/>
              <a:buNone/>
              <a:defRPr sz="1800">
                <a:latin typeface="Forum"/>
                <a:ea typeface="Forum"/>
                <a:cs typeface="Forum"/>
                <a:sym typeface="Forum"/>
              </a:defRPr>
            </a:lvl4pPr>
            <a:lvl5pPr lvl="4">
              <a:lnSpc>
                <a:spcPct val="65000"/>
              </a:lnSpc>
              <a:spcBef>
                <a:spcPts val="0"/>
              </a:spcBef>
              <a:spcAft>
                <a:spcPts val="0"/>
              </a:spcAft>
              <a:buClr>
                <a:schemeClr val="lt1"/>
              </a:buClr>
              <a:buSzPts val="1800"/>
              <a:buFont typeface="Forum"/>
              <a:buNone/>
              <a:defRPr sz="1800">
                <a:latin typeface="Forum"/>
                <a:ea typeface="Forum"/>
                <a:cs typeface="Forum"/>
                <a:sym typeface="Forum"/>
              </a:defRPr>
            </a:lvl5pPr>
            <a:lvl6pPr lvl="5">
              <a:lnSpc>
                <a:spcPct val="65000"/>
              </a:lnSpc>
              <a:spcBef>
                <a:spcPts val="0"/>
              </a:spcBef>
              <a:spcAft>
                <a:spcPts val="0"/>
              </a:spcAft>
              <a:buClr>
                <a:schemeClr val="lt1"/>
              </a:buClr>
              <a:buSzPts val="1800"/>
              <a:buFont typeface="Forum"/>
              <a:buNone/>
              <a:defRPr sz="1800">
                <a:latin typeface="Forum"/>
                <a:ea typeface="Forum"/>
                <a:cs typeface="Forum"/>
                <a:sym typeface="Forum"/>
              </a:defRPr>
            </a:lvl6pPr>
            <a:lvl7pPr lvl="6">
              <a:lnSpc>
                <a:spcPct val="65000"/>
              </a:lnSpc>
              <a:spcBef>
                <a:spcPts val="0"/>
              </a:spcBef>
              <a:spcAft>
                <a:spcPts val="0"/>
              </a:spcAft>
              <a:buClr>
                <a:schemeClr val="lt1"/>
              </a:buClr>
              <a:buSzPts val="1800"/>
              <a:buFont typeface="Forum"/>
              <a:buNone/>
              <a:defRPr sz="1800">
                <a:latin typeface="Forum"/>
                <a:ea typeface="Forum"/>
                <a:cs typeface="Forum"/>
                <a:sym typeface="Forum"/>
              </a:defRPr>
            </a:lvl7pPr>
            <a:lvl8pPr lvl="7">
              <a:lnSpc>
                <a:spcPct val="65000"/>
              </a:lnSpc>
              <a:spcBef>
                <a:spcPts val="0"/>
              </a:spcBef>
              <a:spcAft>
                <a:spcPts val="0"/>
              </a:spcAft>
              <a:buClr>
                <a:schemeClr val="lt1"/>
              </a:buClr>
              <a:buSzPts val="1800"/>
              <a:buFont typeface="Forum"/>
              <a:buNone/>
              <a:defRPr sz="1800">
                <a:latin typeface="Forum"/>
                <a:ea typeface="Forum"/>
                <a:cs typeface="Forum"/>
                <a:sym typeface="Forum"/>
              </a:defRPr>
            </a:lvl8pPr>
            <a:lvl9pPr lvl="8">
              <a:lnSpc>
                <a:spcPct val="65000"/>
              </a:lnSpc>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326" name="Google Shape;326;p31"/>
          <p:cNvSpPr txBox="1"/>
          <p:nvPr>
            <p:ph idx="9" type="body"/>
          </p:nvPr>
        </p:nvSpPr>
        <p:spPr>
          <a:xfrm>
            <a:off x="3141475" y="3664400"/>
            <a:ext cx="1572000" cy="1019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327" name="Google Shape;327;p31"/>
          <p:cNvSpPr txBox="1"/>
          <p:nvPr>
            <p:ph idx="13" type="subTitle"/>
          </p:nvPr>
        </p:nvSpPr>
        <p:spPr>
          <a:xfrm>
            <a:off x="232825" y="3337900"/>
            <a:ext cx="1966500" cy="1345800"/>
          </a:xfrm>
          <a:prstGeom prst="rect">
            <a:avLst/>
          </a:prstGeom>
        </p:spPr>
        <p:txBody>
          <a:bodyPr anchorCtr="0" anchor="t" bIns="0" lIns="0" spcFirstLastPara="1" rIns="0" wrap="square" tIns="0">
            <a:noAutofit/>
          </a:bodyPr>
          <a:lstStyle>
            <a:lvl1pPr lvl="0" algn="ctr">
              <a:spcBef>
                <a:spcPts val="0"/>
              </a:spcBef>
              <a:spcAft>
                <a:spcPts val="0"/>
              </a:spcAft>
              <a:buNone/>
              <a:defRPr sz="1000">
                <a:solidFill>
                  <a:schemeClr val="dk1"/>
                </a:solidFill>
                <a:latin typeface="DM Sans"/>
                <a:ea typeface="DM Sans"/>
                <a:cs typeface="DM Sans"/>
                <a:sym typeface="DM Sans"/>
              </a:defRPr>
            </a:lvl1pPr>
            <a:lvl2pPr lvl="1"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2pPr>
            <a:lvl3pPr lvl="2"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3pPr>
            <a:lvl4pPr lvl="3"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4pPr>
            <a:lvl5pPr lvl="4"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5pPr>
            <a:lvl6pPr lvl="5"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6pPr>
            <a:lvl7pPr lvl="6"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7pPr>
            <a:lvl8pPr lvl="7"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8pPr>
            <a:lvl9pPr lvl="8"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3">
  <p:cSld name="BLANK_1_1_1_1_1_1_1_1_1_1_1">
    <p:bg>
      <p:bgPr>
        <a:solidFill>
          <a:schemeClr val="dk2"/>
        </a:solidFill>
      </p:bgPr>
    </p:bg>
    <p:spTree>
      <p:nvGrpSpPr>
        <p:cNvPr id="328" name="Shape 328"/>
        <p:cNvGrpSpPr/>
        <p:nvPr/>
      </p:nvGrpSpPr>
      <p:grpSpPr>
        <a:xfrm>
          <a:off x="0" y="0"/>
          <a:ext cx="0" cy="0"/>
          <a:chOff x="0" y="0"/>
          <a:chExt cx="0" cy="0"/>
        </a:xfrm>
      </p:grpSpPr>
      <p:sp>
        <p:nvSpPr>
          <p:cNvPr id="329" name="Google Shape;329;p32"/>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lt1"/>
                </a:solidFill>
                <a:latin typeface="DM Sans"/>
                <a:ea typeface="DM Sans"/>
                <a:cs typeface="DM Sans"/>
                <a:sym typeface="DM Sans"/>
              </a:rPr>
              <a:t>‹#›</a:t>
            </a:fld>
            <a:endParaRPr sz="700">
              <a:solidFill>
                <a:schemeClr val="lt1"/>
              </a:solidFill>
              <a:latin typeface="DM Sans"/>
              <a:ea typeface="DM Sans"/>
              <a:cs typeface="DM Sans"/>
              <a:sym typeface="DM Sans"/>
            </a:endParaRPr>
          </a:p>
        </p:txBody>
      </p:sp>
      <p:sp>
        <p:nvSpPr>
          <p:cNvPr id="330" name="Google Shape;330;p32"/>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700"/>
              <a:buFont typeface="DM Sans"/>
              <a:buNone/>
              <a:defRPr sz="700">
                <a:latin typeface="DM Sans"/>
                <a:ea typeface="DM Sans"/>
                <a:cs typeface="DM Sans"/>
                <a:sym typeface="DM Sans"/>
              </a:defRPr>
            </a:lvl1pPr>
            <a:lvl2pPr lvl="1">
              <a:spcBef>
                <a:spcPts val="0"/>
              </a:spcBef>
              <a:spcAft>
                <a:spcPts val="0"/>
              </a:spcAft>
              <a:buClr>
                <a:schemeClr val="lt1"/>
              </a:buClr>
              <a:buSzPts val="700"/>
              <a:buFont typeface="DM Sans"/>
              <a:buNone/>
              <a:defRPr sz="700">
                <a:latin typeface="DM Sans"/>
                <a:ea typeface="DM Sans"/>
                <a:cs typeface="DM Sans"/>
                <a:sym typeface="DM Sans"/>
              </a:defRPr>
            </a:lvl2pPr>
            <a:lvl3pPr lvl="2">
              <a:spcBef>
                <a:spcPts val="0"/>
              </a:spcBef>
              <a:spcAft>
                <a:spcPts val="0"/>
              </a:spcAft>
              <a:buClr>
                <a:schemeClr val="lt1"/>
              </a:buClr>
              <a:buSzPts val="700"/>
              <a:buFont typeface="DM Sans"/>
              <a:buNone/>
              <a:defRPr sz="700">
                <a:latin typeface="DM Sans"/>
                <a:ea typeface="DM Sans"/>
                <a:cs typeface="DM Sans"/>
                <a:sym typeface="DM Sans"/>
              </a:defRPr>
            </a:lvl3pPr>
            <a:lvl4pPr lvl="3">
              <a:spcBef>
                <a:spcPts val="0"/>
              </a:spcBef>
              <a:spcAft>
                <a:spcPts val="0"/>
              </a:spcAft>
              <a:buClr>
                <a:schemeClr val="lt1"/>
              </a:buClr>
              <a:buSzPts val="700"/>
              <a:buFont typeface="DM Sans"/>
              <a:buNone/>
              <a:defRPr sz="700">
                <a:latin typeface="DM Sans"/>
                <a:ea typeface="DM Sans"/>
                <a:cs typeface="DM Sans"/>
                <a:sym typeface="DM Sans"/>
              </a:defRPr>
            </a:lvl4pPr>
            <a:lvl5pPr lvl="4">
              <a:spcBef>
                <a:spcPts val="0"/>
              </a:spcBef>
              <a:spcAft>
                <a:spcPts val="0"/>
              </a:spcAft>
              <a:buClr>
                <a:schemeClr val="lt1"/>
              </a:buClr>
              <a:buSzPts val="700"/>
              <a:buFont typeface="DM Sans"/>
              <a:buNone/>
              <a:defRPr sz="700">
                <a:latin typeface="DM Sans"/>
                <a:ea typeface="DM Sans"/>
                <a:cs typeface="DM Sans"/>
                <a:sym typeface="DM Sans"/>
              </a:defRPr>
            </a:lvl5pPr>
            <a:lvl6pPr lvl="5">
              <a:spcBef>
                <a:spcPts val="0"/>
              </a:spcBef>
              <a:spcAft>
                <a:spcPts val="0"/>
              </a:spcAft>
              <a:buClr>
                <a:schemeClr val="lt1"/>
              </a:buClr>
              <a:buSzPts val="700"/>
              <a:buFont typeface="DM Sans"/>
              <a:buNone/>
              <a:defRPr sz="700">
                <a:latin typeface="DM Sans"/>
                <a:ea typeface="DM Sans"/>
                <a:cs typeface="DM Sans"/>
                <a:sym typeface="DM Sans"/>
              </a:defRPr>
            </a:lvl6pPr>
            <a:lvl7pPr lvl="6">
              <a:spcBef>
                <a:spcPts val="0"/>
              </a:spcBef>
              <a:spcAft>
                <a:spcPts val="0"/>
              </a:spcAft>
              <a:buClr>
                <a:schemeClr val="lt1"/>
              </a:buClr>
              <a:buSzPts val="700"/>
              <a:buFont typeface="DM Sans"/>
              <a:buNone/>
              <a:defRPr sz="700">
                <a:latin typeface="DM Sans"/>
                <a:ea typeface="DM Sans"/>
                <a:cs typeface="DM Sans"/>
                <a:sym typeface="DM Sans"/>
              </a:defRPr>
            </a:lvl7pPr>
            <a:lvl8pPr lvl="7">
              <a:spcBef>
                <a:spcPts val="0"/>
              </a:spcBef>
              <a:spcAft>
                <a:spcPts val="0"/>
              </a:spcAft>
              <a:buClr>
                <a:schemeClr val="lt1"/>
              </a:buClr>
              <a:buSzPts val="700"/>
              <a:buFont typeface="DM Sans"/>
              <a:buNone/>
              <a:defRPr sz="700">
                <a:latin typeface="DM Sans"/>
                <a:ea typeface="DM Sans"/>
                <a:cs typeface="DM Sans"/>
                <a:sym typeface="DM Sans"/>
              </a:defRPr>
            </a:lvl8pPr>
            <a:lvl9pPr lvl="8">
              <a:spcBef>
                <a:spcPts val="0"/>
              </a:spcBef>
              <a:spcAft>
                <a:spcPts val="0"/>
              </a:spcAft>
              <a:buClr>
                <a:schemeClr val="lt1"/>
              </a:buClr>
              <a:buSzPts val="700"/>
              <a:buFont typeface="DM Sans"/>
              <a:buNone/>
              <a:defRPr sz="700">
                <a:latin typeface="DM Sans"/>
                <a:ea typeface="DM Sans"/>
                <a:cs typeface="DM Sans"/>
                <a:sym typeface="DM Sans"/>
              </a:defRPr>
            </a:lvl9pPr>
          </a:lstStyle>
          <a:p/>
        </p:txBody>
      </p:sp>
      <p:sp>
        <p:nvSpPr>
          <p:cNvPr id="331" name="Google Shape;331;p32"/>
          <p:cNvSpPr txBox="1"/>
          <p:nvPr>
            <p:ph idx="2" type="subTitle"/>
          </p:nvPr>
        </p:nvSpPr>
        <p:spPr>
          <a:xfrm>
            <a:off x="6080700" y="455543"/>
            <a:ext cx="3212400" cy="385800"/>
          </a:xfrm>
          <a:prstGeom prst="rect">
            <a:avLst/>
          </a:prstGeom>
        </p:spPr>
        <p:txBody>
          <a:bodyPr anchorCtr="0" anchor="t" bIns="91425" lIns="0" spcFirstLastPara="1" rIns="91425" wrap="square" tIns="91425">
            <a:noAutofit/>
          </a:bodyPr>
          <a:lstStyle>
            <a:lvl1pPr lvl="0">
              <a:spcBef>
                <a:spcPts val="0"/>
              </a:spcBef>
              <a:spcAft>
                <a:spcPts val="0"/>
              </a:spcAft>
              <a:buNone/>
              <a:defRPr sz="1600"/>
            </a:lvl1pPr>
            <a:lvl2pPr lvl="1">
              <a:spcBef>
                <a:spcPts val="0"/>
              </a:spcBef>
              <a:spcAft>
                <a:spcPts val="0"/>
              </a:spcAft>
              <a:buClr>
                <a:schemeClr val="lt1"/>
              </a:buClr>
              <a:buSzPts val="1600"/>
              <a:buFont typeface="Forum"/>
              <a:buNone/>
              <a:defRPr sz="1600">
                <a:latin typeface="Forum"/>
                <a:ea typeface="Forum"/>
                <a:cs typeface="Forum"/>
                <a:sym typeface="Forum"/>
              </a:defRPr>
            </a:lvl2pPr>
            <a:lvl3pPr lvl="2">
              <a:spcBef>
                <a:spcPts val="0"/>
              </a:spcBef>
              <a:spcAft>
                <a:spcPts val="0"/>
              </a:spcAft>
              <a:buClr>
                <a:schemeClr val="lt1"/>
              </a:buClr>
              <a:buSzPts val="1600"/>
              <a:buFont typeface="Forum"/>
              <a:buNone/>
              <a:defRPr sz="1600">
                <a:latin typeface="Forum"/>
                <a:ea typeface="Forum"/>
                <a:cs typeface="Forum"/>
                <a:sym typeface="Forum"/>
              </a:defRPr>
            </a:lvl3pPr>
            <a:lvl4pPr lvl="3">
              <a:spcBef>
                <a:spcPts val="0"/>
              </a:spcBef>
              <a:spcAft>
                <a:spcPts val="0"/>
              </a:spcAft>
              <a:buClr>
                <a:schemeClr val="lt1"/>
              </a:buClr>
              <a:buSzPts val="1600"/>
              <a:buFont typeface="Forum"/>
              <a:buNone/>
              <a:defRPr sz="1600">
                <a:latin typeface="Forum"/>
                <a:ea typeface="Forum"/>
                <a:cs typeface="Forum"/>
                <a:sym typeface="Forum"/>
              </a:defRPr>
            </a:lvl4pPr>
            <a:lvl5pPr lvl="4">
              <a:spcBef>
                <a:spcPts val="0"/>
              </a:spcBef>
              <a:spcAft>
                <a:spcPts val="0"/>
              </a:spcAft>
              <a:buClr>
                <a:schemeClr val="lt1"/>
              </a:buClr>
              <a:buSzPts val="1600"/>
              <a:buFont typeface="Forum"/>
              <a:buNone/>
              <a:defRPr sz="1600">
                <a:latin typeface="Forum"/>
                <a:ea typeface="Forum"/>
                <a:cs typeface="Forum"/>
                <a:sym typeface="Forum"/>
              </a:defRPr>
            </a:lvl5pPr>
            <a:lvl6pPr lvl="5">
              <a:spcBef>
                <a:spcPts val="0"/>
              </a:spcBef>
              <a:spcAft>
                <a:spcPts val="0"/>
              </a:spcAft>
              <a:buClr>
                <a:schemeClr val="lt1"/>
              </a:buClr>
              <a:buSzPts val="1600"/>
              <a:buFont typeface="Forum"/>
              <a:buNone/>
              <a:defRPr sz="1600">
                <a:latin typeface="Forum"/>
                <a:ea typeface="Forum"/>
                <a:cs typeface="Forum"/>
                <a:sym typeface="Forum"/>
              </a:defRPr>
            </a:lvl6pPr>
            <a:lvl7pPr lvl="6">
              <a:spcBef>
                <a:spcPts val="0"/>
              </a:spcBef>
              <a:spcAft>
                <a:spcPts val="0"/>
              </a:spcAft>
              <a:buClr>
                <a:schemeClr val="lt1"/>
              </a:buClr>
              <a:buSzPts val="1600"/>
              <a:buFont typeface="Forum"/>
              <a:buNone/>
              <a:defRPr sz="1600">
                <a:latin typeface="Forum"/>
                <a:ea typeface="Forum"/>
                <a:cs typeface="Forum"/>
                <a:sym typeface="Forum"/>
              </a:defRPr>
            </a:lvl7pPr>
            <a:lvl8pPr lvl="7">
              <a:spcBef>
                <a:spcPts val="0"/>
              </a:spcBef>
              <a:spcAft>
                <a:spcPts val="0"/>
              </a:spcAft>
              <a:buClr>
                <a:schemeClr val="lt1"/>
              </a:buClr>
              <a:buSzPts val="1600"/>
              <a:buFont typeface="Forum"/>
              <a:buNone/>
              <a:defRPr sz="1600">
                <a:latin typeface="Forum"/>
                <a:ea typeface="Forum"/>
                <a:cs typeface="Forum"/>
                <a:sym typeface="Forum"/>
              </a:defRPr>
            </a:lvl8pPr>
            <a:lvl9pPr lvl="8">
              <a:spcBef>
                <a:spcPts val="0"/>
              </a:spcBef>
              <a:spcAft>
                <a:spcPts val="0"/>
              </a:spcAft>
              <a:buClr>
                <a:schemeClr val="lt1"/>
              </a:buClr>
              <a:buSzPts val="1600"/>
              <a:buFont typeface="Forum"/>
              <a:buNone/>
              <a:defRPr sz="1600">
                <a:latin typeface="Forum"/>
                <a:ea typeface="Forum"/>
                <a:cs typeface="Forum"/>
                <a:sym typeface="Forum"/>
              </a:defRPr>
            </a:lvl9pPr>
          </a:lstStyle>
          <a:p/>
        </p:txBody>
      </p:sp>
      <p:sp>
        <p:nvSpPr>
          <p:cNvPr id="332" name="Google Shape;332;p32"/>
          <p:cNvSpPr txBox="1"/>
          <p:nvPr>
            <p:ph type="title"/>
          </p:nvPr>
        </p:nvSpPr>
        <p:spPr>
          <a:xfrm>
            <a:off x="228600" y="372496"/>
            <a:ext cx="3485100" cy="852900"/>
          </a:xfrm>
          <a:prstGeom prst="rect">
            <a:avLst/>
          </a:prstGeom>
        </p:spPr>
        <p:txBody>
          <a:bodyPr anchorCtr="0" anchor="t" bIns="0" lIns="0" spcFirstLastPara="1" rIns="91425" wrap="square" tIns="0">
            <a:noAutofit/>
          </a:bodyPr>
          <a:lstStyle>
            <a:lvl1pPr lvl="0">
              <a:lnSpc>
                <a:spcPct val="75000"/>
              </a:lnSpc>
              <a:spcBef>
                <a:spcPts val="0"/>
              </a:spcBef>
              <a:spcAft>
                <a:spcPts val="0"/>
              </a:spcAft>
              <a:buClr>
                <a:schemeClr val="lt1"/>
              </a:buClr>
              <a:buSzPts val="7000"/>
              <a:buFont typeface="Forum"/>
              <a:buNone/>
              <a:defRPr sz="7000"/>
            </a:lvl1pPr>
            <a:lvl2pPr lvl="1">
              <a:lnSpc>
                <a:spcPct val="75000"/>
              </a:lnSpc>
              <a:spcBef>
                <a:spcPts val="0"/>
              </a:spcBef>
              <a:spcAft>
                <a:spcPts val="0"/>
              </a:spcAft>
              <a:buClr>
                <a:schemeClr val="lt1"/>
              </a:buClr>
              <a:buSzPts val="7000"/>
              <a:buFont typeface="Forum"/>
              <a:buNone/>
              <a:defRPr sz="7000">
                <a:latin typeface="Forum"/>
                <a:ea typeface="Forum"/>
                <a:cs typeface="Forum"/>
                <a:sym typeface="Forum"/>
              </a:defRPr>
            </a:lvl2pPr>
            <a:lvl3pPr lvl="2">
              <a:lnSpc>
                <a:spcPct val="75000"/>
              </a:lnSpc>
              <a:spcBef>
                <a:spcPts val="0"/>
              </a:spcBef>
              <a:spcAft>
                <a:spcPts val="0"/>
              </a:spcAft>
              <a:buClr>
                <a:schemeClr val="lt1"/>
              </a:buClr>
              <a:buSzPts val="7000"/>
              <a:buFont typeface="Forum"/>
              <a:buNone/>
              <a:defRPr sz="7000">
                <a:latin typeface="Forum"/>
                <a:ea typeface="Forum"/>
                <a:cs typeface="Forum"/>
                <a:sym typeface="Forum"/>
              </a:defRPr>
            </a:lvl3pPr>
            <a:lvl4pPr lvl="3">
              <a:lnSpc>
                <a:spcPct val="75000"/>
              </a:lnSpc>
              <a:spcBef>
                <a:spcPts val="0"/>
              </a:spcBef>
              <a:spcAft>
                <a:spcPts val="0"/>
              </a:spcAft>
              <a:buClr>
                <a:schemeClr val="lt1"/>
              </a:buClr>
              <a:buSzPts val="7000"/>
              <a:buFont typeface="Forum"/>
              <a:buNone/>
              <a:defRPr sz="7000">
                <a:latin typeface="Forum"/>
                <a:ea typeface="Forum"/>
                <a:cs typeface="Forum"/>
                <a:sym typeface="Forum"/>
              </a:defRPr>
            </a:lvl4pPr>
            <a:lvl5pPr lvl="4">
              <a:lnSpc>
                <a:spcPct val="75000"/>
              </a:lnSpc>
              <a:spcBef>
                <a:spcPts val="0"/>
              </a:spcBef>
              <a:spcAft>
                <a:spcPts val="0"/>
              </a:spcAft>
              <a:buClr>
                <a:schemeClr val="lt1"/>
              </a:buClr>
              <a:buSzPts val="7000"/>
              <a:buFont typeface="Forum"/>
              <a:buNone/>
              <a:defRPr sz="7000">
                <a:latin typeface="Forum"/>
                <a:ea typeface="Forum"/>
                <a:cs typeface="Forum"/>
                <a:sym typeface="Forum"/>
              </a:defRPr>
            </a:lvl5pPr>
            <a:lvl6pPr lvl="5">
              <a:lnSpc>
                <a:spcPct val="75000"/>
              </a:lnSpc>
              <a:spcBef>
                <a:spcPts val="0"/>
              </a:spcBef>
              <a:spcAft>
                <a:spcPts val="0"/>
              </a:spcAft>
              <a:buClr>
                <a:schemeClr val="lt1"/>
              </a:buClr>
              <a:buSzPts val="7000"/>
              <a:buFont typeface="Forum"/>
              <a:buNone/>
              <a:defRPr sz="7000">
                <a:latin typeface="Forum"/>
                <a:ea typeface="Forum"/>
                <a:cs typeface="Forum"/>
                <a:sym typeface="Forum"/>
              </a:defRPr>
            </a:lvl6pPr>
            <a:lvl7pPr lvl="6">
              <a:lnSpc>
                <a:spcPct val="75000"/>
              </a:lnSpc>
              <a:spcBef>
                <a:spcPts val="0"/>
              </a:spcBef>
              <a:spcAft>
                <a:spcPts val="0"/>
              </a:spcAft>
              <a:buClr>
                <a:schemeClr val="lt1"/>
              </a:buClr>
              <a:buSzPts val="7000"/>
              <a:buFont typeface="Forum"/>
              <a:buNone/>
              <a:defRPr sz="7000">
                <a:latin typeface="Forum"/>
                <a:ea typeface="Forum"/>
                <a:cs typeface="Forum"/>
                <a:sym typeface="Forum"/>
              </a:defRPr>
            </a:lvl7pPr>
            <a:lvl8pPr lvl="7">
              <a:lnSpc>
                <a:spcPct val="75000"/>
              </a:lnSpc>
              <a:spcBef>
                <a:spcPts val="0"/>
              </a:spcBef>
              <a:spcAft>
                <a:spcPts val="0"/>
              </a:spcAft>
              <a:buClr>
                <a:schemeClr val="lt1"/>
              </a:buClr>
              <a:buSzPts val="7000"/>
              <a:buFont typeface="Forum"/>
              <a:buNone/>
              <a:defRPr sz="7000">
                <a:latin typeface="Forum"/>
                <a:ea typeface="Forum"/>
                <a:cs typeface="Forum"/>
                <a:sym typeface="Forum"/>
              </a:defRPr>
            </a:lvl8pPr>
            <a:lvl9pPr lvl="8">
              <a:lnSpc>
                <a:spcPct val="75000"/>
              </a:lnSpc>
              <a:spcBef>
                <a:spcPts val="0"/>
              </a:spcBef>
              <a:spcAft>
                <a:spcPts val="0"/>
              </a:spcAft>
              <a:buClr>
                <a:schemeClr val="lt1"/>
              </a:buClr>
              <a:buSzPts val="7000"/>
              <a:buFont typeface="Forum"/>
              <a:buNone/>
              <a:defRPr sz="7000">
                <a:latin typeface="Forum"/>
                <a:ea typeface="Forum"/>
                <a:cs typeface="Forum"/>
                <a:sym typeface="Forum"/>
              </a:defRPr>
            </a:lvl9pPr>
          </a:lstStyle>
          <a:p/>
        </p:txBody>
      </p:sp>
      <p:sp>
        <p:nvSpPr>
          <p:cNvPr id="333" name="Google Shape;333;p32"/>
          <p:cNvSpPr txBox="1"/>
          <p:nvPr>
            <p:ph idx="3" type="subTitle"/>
          </p:nvPr>
        </p:nvSpPr>
        <p:spPr>
          <a:xfrm>
            <a:off x="6080700" y="1603994"/>
            <a:ext cx="3212400" cy="385800"/>
          </a:xfrm>
          <a:prstGeom prst="rect">
            <a:avLst/>
          </a:prstGeom>
        </p:spPr>
        <p:txBody>
          <a:bodyPr anchorCtr="0" anchor="t" bIns="91425" lIns="0" spcFirstLastPara="1" rIns="91425" wrap="square" tIns="91425">
            <a:noAutofit/>
          </a:bodyPr>
          <a:lstStyle>
            <a:lvl1pPr lvl="0">
              <a:spcBef>
                <a:spcPts val="0"/>
              </a:spcBef>
              <a:spcAft>
                <a:spcPts val="0"/>
              </a:spcAft>
              <a:buNone/>
              <a:defRPr sz="1600"/>
            </a:lvl1pPr>
            <a:lvl2pPr lvl="1">
              <a:spcBef>
                <a:spcPts val="0"/>
              </a:spcBef>
              <a:spcAft>
                <a:spcPts val="0"/>
              </a:spcAft>
              <a:buClr>
                <a:schemeClr val="lt1"/>
              </a:buClr>
              <a:buSzPts val="1600"/>
              <a:buFont typeface="Forum"/>
              <a:buNone/>
              <a:defRPr sz="1600">
                <a:latin typeface="Forum"/>
                <a:ea typeface="Forum"/>
                <a:cs typeface="Forum"/>
                <a:sym typeface="Forum"/>
              </a:defRPr>
            </a:lvl2pPr>
            <a:lvl3pPr lvl="2">
              <a:spcBef>
                <a:spcPts val="0"/>
              </a:spcBef>
              <a:spcAft>
                <a:spcPts val="0"/>
              </a:spcAft>
              <a:buClr>
                <a:schemeClr val="lt1"/>
              </a:buClr>
              <a:buSzPts val="1600"/>
              <a:buFont typeface="Forum"/>
              <a:buNone/>
              <a:defRPr sz="1600">
                <a:latin typeface="Forum"/>
                <a:ea typeface="Forum"/>
                <a:cs typeface="Forum"/>
                <a:sym typeface="Forum"/>
              </a:defRPr>
            </a:lvl3pPr>
            <a:lvl4pPr lvl="3">
              <a:spcBef>
                <a:spcPts val="0"/>
              </a:spcBef>
              <a:spcAft>
                <a:spcPts val="0"/>
              </a:spcAft>
              <a:buClr>
                <a:schemeClr val="lt1"/>
              </a:buClr>
              <a:buSzPts val="1600"/>
              <a:buFont typeface="Forum"/>
              <a:buNone/>
              <a:defRPr sz="1600">
                <a:latin typeface="Forum"/>
                <a:ea typeface="Forum"/>
                <a:cs typeface="Forum"/>
                <a:sym typeface="Forum"/>
              </a:defRPr>
            </a:lvl4pPr>
            <a:lvl5pPr lvl="4">
              <a:spcBef>
                <a:spcPts val="0"/>
              </a:spcBef>
              <a:spcAft>
                <a:spcPts val="0"/>
              </a:spcAft>
              <a:buClr>
                <a:schemeClr val="lt1"/>
              </a:buClr>
              <a:buSzPts val="1600"/>
              <a:buFont typeface="Forum"/>
              <a:buNone/>
              <a:defRPr sz="1600">
                <a:latin typeface="Forum"/>
                <a:ea typeface="Forum"/>
                <a:cs typeface="Forum"/>
                <a:sym typeface="Forum"/>
              </a:defRPr>
            </a:lvl5pPr>
            <a:lvl6pPr lvl="5">
              <a:spcBef>
                <a:spcPts val="0"/>
              </a:spcBef>
              <a:spcAft>
                <a:spcPts val="0"/>
              </a:spcAft>
              <a:buClr>
                <a:schemeClr val="lt1"/>
              </a:buClr>
              <a:buSzPts val="1600"/>
              <a:buFont typeface="Forum"/>
              <a:buNone/>
              <a:defRPr sz="1600">
                <a:latin typeface="Forum"/>
                <a:ea typeface="Forum"/>
                <a:cs typeface="Forum"/>
                <a:sym typeface="Forum"/>
              </a:defRPr>
            </a:lvl6pPr>
            <a:lvl7pPr lvl="6">
              <a:spcBef>
                <a:spcPts val="0"/>
              </a:spcBef>
              <a:spcAft>
                <a:spcPts val="0"/>
              </a:spcAft>
              <a:buClr>
                <a:schemeClr val="lt1"/>
              </a:buClr>
              <a:buSzPts val="1600"/>
              <a:buFont typeface="Forum"/>
              <a:buNone/>
              <a:defRPr sz="1600">
                <a:latin typeface="Forum"/>
                <a:ea typeface="Forum"/>
                <a:cs typeface="Forum"/>
                <a:sym typeface="Forum"/>
              </a:defRPr>
            </a:lvl7pPr>
            <a:lvl8pPr lvl="7">
              <a:spcBef>
                <a:spcPts val="0"/>
              </a:spcBef>
              <a:spcAft>
                <a:spcPts val="0"/>
              </a:spcAft>
              <a:buClr>
                <a:schemeClr val="lt1"/>
              </a:buClr>
              <a:buSzPts val="1600"/>
              <a:buFont typeface="Forum"/>
              <a:buNone/>
              <a:defRPr sz="1600">
                <a:latin typeface="Forum"/>
                <a:ea typeface="Forum"/>
                <a:cs typeface="Forum"/>
                <a:sym typeface="Forum"/>
              </a:defRPr>
            </a:lvl8pPr>
            <a:lvl9pPr lvl="8">
              <a:spcBef>
                <a:spcPts val="0"/>
              </a:spcBef>
              <a:spcAft>
                <a:spcPts val="0"/>
              </a:spcAft>
              <a:buClr>
                <a:schemeClr val="lt1"/>
              </a:buClr>
              <a:buSzPts val="1600"/>
              <a:buFont typeface="Forum"/>
              <a:buNone/>
              <a:defRPr sz="1600">
                <a:latin typeface="Forum"/>
                <a:ea typeface="Forum"/>
                <a:cs typeface="Forum"/>
                <a:sym typeface="Forum"/>
              </a:defRPr>
            </a:lvl9pPr>
          </a:lstStyle>
          <a:p/>
        </p:txBody>
      </p:sp>
      <p:sp>
        <p:nvSpPr>
          <p:cNvPr id="334" name="Google Shape;334;p32"/>
          <p:cNvSpPr txBox="1"/>
          <p:nvPr>
            <p:ph idx="4" type="subTitle"/>
          </p:nvPr>
        </p:nvSpPr>
        <p:spPr>
          <a:xfrm>
            <a:off x="6080700" y="2743467"/>
            <a:ext cx="3212400" cy="385800"/>
          </a:xfrm>
          <a:prstGeom prst="rect">
            <a:avLst/>
          </a:prstGeom>
        </p:spPr>
        <p:txBody>
          <a:bodyPr anchorCtr="0" anchor="t" bIns="91425" lIns="0" spcFirstLastPara="1" rIns="91425" wrap="square" tIns="91425">
            <a:noAutofit/>
          </a:bodyPr>
          <a:lstStyle>
            <a:lvl1pPr lvl="0">
              <a:spcBef>
                <a:spcPts val="0"/>
              </a:spcBef>
              <a:spcAft>
                <a:spcPts val="0"/>
              </a:spcAft>
              <a:buNone/>
              <a:defRPr sz="1600"/>
            </a:lvl1pPr>
            <a:lvl2pPr lvl="1">
              <a:spcBef>
                <a:spcPts val="0"/>
              </a:spcBef>
              <a:spcAft>
                <a:spcPts val="0"/>
              </a:spcAft>
              <a:buClr>
                <a:schemeClr val="lt1"/>
              </a:buClr>
              <a:buSzPts val="1600"/>
              <a:buFont typeface="Forum"/>
              <a:buNone/>
              <a:defRPr sz="1600">
                <a:latin typeface="Forum"/>
                <a:ea typeface="Forum"/>
                <a:cs typeface="Forum"/>
                <a:sym typeface="Forum"/>
              </a:defRPr>
            </a:lvl2pPr>
            <a:lvl3pPr lvl="2">
              <a:spcBef>
                <a:spcPts val="0"/>
              </a:spcBef>
              <a:spcAft>
                <a:spcPts val="0"/>
              </a:spcAft>
              <a:buClr>
                <a:schemeClr val="lt1"/>
              </a:buClr>
              <a:buSzPts val="1600"/>
              <a:buFont typeface="Forum"/>
              <a:buNone/>
              <a:defRPr sz="1600">
                <a:latin typeface="Forum"/>
                <a:ea typeface="Forum"/>
                <a:cs typeface="Forum"/>
                <a:sym typeface="Forum"/>
              </a:defRPr>
            </a:lvl3pPr>
            <a:lvl4pPr lvl="3">
              <a:spcBef>
                <a:spcPts val="0"/>
              </a:spcBef>
              <a:spcAft>
                <a:spcPts val="0"/>
              </a:spcAft>
              <a:buClr>
                <a:schemeClr val="lt1"/>
              </a:buClr>
              <a:buSzPts val="1600"/>
              <a:buFont typeface="Forum"/>
              <a:buNone/>
              <a:defRPr sz="1600">
                <a:latin typeface="Forum"/>
                <a:ea typeface="Forum"/>
                <a:cs typeface="Forum"/>
                <a:sym typeface="Forum"/>
              </a:defRPr>
            </a:lvl4pPr>
            <a:lvl5pPr lvl="4">
              <a:spcBef>
                <a:spcPts val="0"/>
              </a:spcBef>
              <a:spcAft>
                <a:spcPts val="0"/>
              </a:spcAft>
              <a:buClr>
                <a:schemeClr val="lt1"/>
              </a:buClr>
              <a:buSzPts val="1600"/>
              <a:buFont typeface="Forum"/>
              <a:buNone/>
              <a:defRPr sz="1600">
                <a:latin typeface="Forum"/>
                <a:ea typeface="Forum"/>
                <a:cs typeface="Forum"/>
                <a:sym typeface="Forum"/>
              </a:defRPr>
            </a:lvl5pPr>
            <a:lvl6pPr lvl="5">
              <a:spcBef>
                <a:spcPts val="0"/>
              </a:spcBef>
              <a:spcAft>
                <a:spcPts val="0"/>
              </a:spcAft>
              <a:buClr>
                <a:schemeClr val="lt1"/>
              </a:buClr>
              <a:buSzPts val="1600"/>
              <a:buFont typeface="Forum"/>
              <a:buNone/>
              <a:defRPr sz="1600">
                <a:latin typeface="Forum"/>
                <a:ea typeface="Forum"/>
                <a:cs typeface="Forum"/>
                <a:sym typeface="Forum"/>
              </a:defRPr>
            </a:lvl6pPr>
            <a:lvl7pPr lvl="6">
              <a:spcBef>
                <a:spcPts val="0"/>
              </a:spcBef>
              <a:spcAft>
                <a:spcPts val="0"/>
              </a:spcAft>
              <a:buClr>
                <a:schemeClr val="lt1"/>
              </a:buClr>
              <a:buSzPts val="1600"/>
              <a:buFont typeface="Forum"/>
              <a:buNone/>
              <a:defRPr sz="1600">
                <a:latin typeface="Forum"/>
                <a:ea typeface="Forum"/>
                <a:cs typeface="Forum"/>
                <a:sym typeface="Forum"/>
              </a:defRPr>
            </a:lvl7pPr>
            <a:lvl8pPr lvl="7">
              <a:spcBef>
                <a:spcPts val="0"/>
              </a:spcBef>
              <a:spcAft>
                <a:spcPts val="0"/>
              </a:spcAft>
              <a:buClr>
                <a:schemeClr val="lt1"/>
              </a:buClr>
              <a:buSzPts val="1600"/>
              <a:buFont typeface="Forum"/>
              <a:buNone/>
              <a:defRPr sz="1600">
                <a:latin typeface="Forum"/>
                <a:ea typeface="Forum"/>
                <a:cs typeface="Forum"/>
                <a:sym typeface="Forum"/>
              </a:defRPr>
            </a:lvl8pPr>
            <a:lvl9pPr lvl="8">
              <a:spcBef>
                <a:spcPts val="0"/>
              </a:spcBef>
              <a:spcAft>
                <a:spcPts val="0"/>
              </a:spcAft>
              <a:buClr>
                <a:schemeClr val="lt1"/>
              </a:buClr>
              <a:buSzPts val="1600"/>
              <a:buFont typeface="Forum"/>
              <a:buNone/>
              <a:defRPr sz="1600">
                <a:latin typeface="Forum"/>
                <a:ea typeface="Forum"/>
                <a:cs typeface="Forum"/>
                <a:sym typeface="Forum"/>
              </a:defRPr>
            </a:lvl9pPr>
          </a:lstStyle>
          <a:p/>
        </p:txBody>
      </p:sp>
      <p:sp>
        <p:nvSpPr>
          <p:cNvPr id="335" name="Google Shape;335;p32"/>
          <p:cNvSpPr txBox="1"/>
          <p:nvPr>
            <p:ph idx="5" type="subTitle"/>
          </p:nvPr>
        </p:nvSpPr>
        <p:spPr>
          <a:xfrm>
            <a:off x="6080700" y="3943349"/>
            <a:ext cx="3212400" cy="385800"/>
          </a:xfrm>
          <a:prstGeom prst="rect">
            <a:avLst/>
          </a:prstGeom>
        </p:spPr>
        <p:txBody>
          <a:bodyPr anchorCtr="0" anchor="t" bIns="91425" lIns="0" spcFirstLastPara="1" rIns="91425" wrap="square" tIns="91425">
            <a:noAutofit/>
          </a:bodyPr>
          <a:lstStyle>
            <a:lvl1pPr lvl="0">
              <a:spcBef>
                <a:spcPts val="0"/>
              </a:spcBef>
              <a:spcAft>
                <a:spcPts val="0"/>
              </a:spcAft>
              <a:buNone/>
              <a:defRPr sz="1600"/>
            </a:lvl1pPr>
            <a:lvl2pPr lvl="1">
              <a:spcBef>
                <a:spcPts val="0"/>
              </a:spcBef>
              <a:spcAft>
                <a:spcPts val="0"/>
              </a:spcAft>
              <a:buClr>
                <a:schemeClr val="lt1"/>
              </a:buClr>
              <a:buSzPts val="1600"/>
              <a:buFont typeface="Forum"/>
              <a:buNone/>
              <a:defRPr sz="1600">
                <a:latin typeface="Forum"/>
                <a:ea typeface="Forum"/>
                <a:cs typeface="Forum"/>
                <a:sym typeface="Forum"/>
              </a:defRPr>
            </a:lvl2pPr>
            <a:lvl3pPr lvl="2">
              <a:spcBef>
                <a:spcPts val="0"/>
              </a:spcBef>
              <a:spcAft>
                <a:spcPts val="0"/>
              </a:spcAft>
              <a:buClr>
                <a:schemeClr val="lt1"/>
              </a:buClr>
              <a:buSzPts val="1600"/>
              <a:buFont typeface="Forum"/>
              <a:buNone/>
              <a:defRPr sz="1600">
                <a:latin typeface="Forum"/>
                <a:ea typeface="Forum"/>
                <a:cs typeface="Forum"/>
                <a:sym typeface="Forum"/>
              </a:defRPr>
            </a:lvl3pPr>
            <a:lvl4pPr lvl="3">
              <a:spcBef>
                <a:spcPts val="0"/>
              </a:spcBef>
              <a:spcAft>
                <a:spcPts val="0"/>
              </a:spcAft>
              <a:buClr>
                <a:schemeClr val="lt1"/>
              </a:buClr>
              <a:buSzPts val="1600"/>
              <a:buFont typeface="Forum"/>
              <a:buNone/>
              <a:defRPr sz="1600">
                <a:latin typeface="Forum"/>
                <a:ea typeface="Forum"/>
                <a:cs typeface="Forum"/>
                <a:sym typeface="Forum"/>
              </a:defRPr>
            </a:lvl4pPr>
            <a:lvl5pPr lvl="4">
              <a:spcBef>
                <a:spcPts val="0"/>
              </a:spcBef>
              <a:spcAft>
                <a:spcPts val="0"/>
              </a:spcAft>
              <a:buClr>
                <a:schemeClr val="lt1"/>
              </a:buClr>
              <a:buSzPts val="1600"/>
              <a:buFont typeface="Forum"/>
              <a:buNone/>
              <a:defRPr sz="1600">
                <a:latin typeface="Forum"/>
                <a:ea typeface="Forum"/>
                <a:cs typeface="Forum"/>
                <a:sym typeface="Forum"/>
              </a:defRPr>
            </a:lvl5pPr>
            <a:lvl6pPr lvl="5">
              <a:spcBef>
                <a:spcPts val="0"/>
              </a:spcBef>
              <a:spcAft>
                <a:spcPts val="0"/>
              </a:spcAft>
              <a:buClr>
                <a:schemeClr val="lt1"/>
              </a:buClr>
              <a:buSzPts val="1600"/>
              <a:buFont typeface="Forum"/>
              <a:buNone/>
              <a:defRPr sz="1600">
                <a:latin typeface="Forum"/>
                <a:ea typeface="Forum"/>
                <a:cs typeface="Forum"/>
                <a:sym typeface="Forum"/>
              </a:defRPr>
            </a:lvl6pPr>
            <a:lvl7pPr lvl="6">
              <a:spcBef>
                <a:spcPts val="0"/>
              </a:spcBef>
              <a:spcAft>
                <a:spcPts val="0"/>
              </a:spcAft>
              <a:buClr>
                <a:schemeClr val="lt1"/>
              </a:buClr>
              <a:buSzPts val="1600"/>
              <a:buFont typeface="Forum"/>
              <a:buNone/>
              <a:defRPr sz="1600">
                <a:latin typeface="Forum"/>
                <a:ea typeface="Forum"/>
                <a:cs typeface="Forum"/>
                <a:sym typeface="Forum"/>
              </a:defRPr>
            </a:lvl7pPr>
            <a:lvl8pPr lvl="7">
              <a:spcBef>
                <a:spcPts val="0"/>
              </a:spcBef>
              <a:spcAft>
                <a:spcPts val="0"/>
              </a:spcAft>
              <a:buClr>
                <a:schemeClr val="lt1"/>
              </a:buClr>
              <a:buSzPts val="1600"/>
              <a:buFont typeface="Forum"/>
              <a:buNone/>
              <a:defRPr sz="1600">
                <a:latin typeface="Forum"/>
                <a:ea typeface="Forum"/>
                <a:cs typeface="Forum"/>
                <a:sym typeface="Forum"/>
              </a:defRPr>
            </a:lvl8pPr>
            <a:lvl9pPr lvl="8">
              <a:spcBef>
                <a:spcPts val="0"/>
              </a:spcBef>
              <a:spcAft>
                <a:spcPts val="0"/>
              </a:spcAft>
              <a:buClr>
                <a:schemeClr val="lt1"/>
              </a:buClr>
              <a:buSzPts val="1600"/>
              <a:buFont typeface="Forum"/>
              <a:buNone/>
              <a:defRPr sz="1600">
                <a:latin typeface="Forum"/>
                <a:ea typeface="Forum"/>
                <a:cs typeface="Forum"/>
                <a:sym typeface="Forum"/>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1_1_1_1_1_1_1_1">
    <p:bg>
      <p:bgPr>
        <a:solidFill>
          <a:schemeClr val="accent1"/>
        </a:solidFill>
      </p:bgPr>
    </p:bg>
    <p:spTree>
      <p:nvGrpSpPr>
        <p:cNvPr id="336" name="Shape 336"/>
        <p:cNvGrpSpPr/>
        <p:nvPr/>
      </p:nvGrpSpPr>
      <p:grpSpPr>
        <a:xfrm>
          <a:off x="0" y="0"/>
          <a:ext cx="0" cy="0"/>
          <a:chOff x="0" y="0"/>
          <a:chExt cx="0" cy="0"/>
        </a:xfrm>
      </p:grpSpPr>
      <p:sp>
        <p:nvSpPr>
          <p:cNvPr id="337" name="Google Shape;337;p33"/>
          <p:cNvSpPr/>
          <p:nvPr/>
        </p:nvSpPr>
        <p:spPr>
          <a:xfrm>
            <a:off x="4618950" y="0"/>
            <a:ext cx="4525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orum"/>
              <a:ea typeface="Forum"/>
              <a:cs typeface="Forum"/>
              <a:sym typeface="Forum"/>
            </a:endParaRPr>
          </a:p>
        </p:txBody>
      </p:sp>
      <p:sp>
        <p:nvSpPr>
          <p:cNvPr id="338" name="Google Shape;338;p33"/>
          <p:cNvSpPr/>
          <p:nvPr>
            <p:ph idx="2" type="pic"/>
          </p:nvPr>
        </p:nvSpPr>
        <p:spPr>
          <a:xfrm>
            <a:off x="5032050" y="460300"/>
            <a:ext cx="3783900" cy="4223400"/>
          </a:xfrm>
          <a:prstGeom prst="roundRect">
            <a:avLst>
              <a:gd fmla="val 10497" name="adj"/>
            </a:avLst>
          </a:prstGeom>
          <a:noFill/>
          <a:ln>
            <a:noFill/>
          </a:ln>
        </p:spPr>
      </p:sp>
      <p:sp>
        <p:nvSpPr>
          <p:cNvPr id="339" name="Google Shape;339;p33"/>
          <p:cNvSpPr txBox="1"/>
          <p:nvPr>
            <p:ph type="title"/>
          </p:nvPr>
        </p:nvSpPr>
        <p:spPr>
          <a:xfrm>
            <a:off x="228600" y="408042"/>
            <a:ext cx="4029600" cy="299400"/>
          </a:xfrm>
          <a:prstGeom prst="rect">
            <a:avLst/>
          </a:prstGeom>
        </p:spPr>
        <p:txBody>
          <a:bodyPr anchorCtr="0" anchor="t" bIns="0" lIns="91425" spcFirstLastPara="1" rIns="91425" wrap="square" tIns="91425">
            <a:noAutofit/>
          </a:bodyPr>
          <a:lstStyle>
            <a:lvl1pPr lvl="0" algn="ctr">
              <a:lnSpc>
                <a:spcPct val="60000"/>
              </a:lnSpc>
              <a:spcBef>
                <a:spcPts val="0"/>
              </a:spcBef>
              <a:spcAft>
                <a:spcPts val="0"/>
              </a:spcAft>
              <a:buClr>
                <a:schemeClr val="dk1"/>
              </a:buClr>
              <a:buSzPts val="3600"/>
              <a:buFont typeface="Forum"/>
              <a:buNone/>
              <a:defRPr sz="3600">
                <a:solidFill>
                  <a:schemeClr val="dk1"/>
                </a:solidFill>
              </a:defRPr>
            </a:lvl1pPr>
            <a:lvl2pPr lvl="1">
              <a:lnSpc>
                <a:spcPct val="60000"/>
              </a:lnSpc>
              <a:spcBef>
                <a:spcPts val="0"/>
              </a:spcBef>
              <a:spcAft>
                <a:spcPts val="0"/>
              </a:spcAft>
              <a:buClr>
                <a:schemeClr val="dk1"/>
              </a:buClr>
              <a:buSzPts val="3600"/>
              <a:buFont typeface="Forum"/>
              <a:buNone/>
              <a:defRPr sz="3600">
                <a:solidFill>
                  <a:schemeClr val="dk1"/>
                </a:solidFill>
                <a:latin typeface="Forum"/>
                <a:ea typeface="Forum"/>
                <a:cs typeface="Forum"/>
                <a:sym typeface="Forum"/>
              </a:defRPr>
            </a:lvl2pPr>
            <a:lvl3pPr lvl="2">
              <a:lnSpc>
                <a:spcPct val="60000"/>
              </a:lnSpc>
              <a:spcBef>
                <a:spcPts val="0"/>
              </a:spcBef>
              <a:spcAft>
                <a:spcPts val="0"/>
              </a:spcAft>
              <a:buClr>
                <a:schemeClr val="dk1"/>
              </a:buClr>
              <a:buSzPts val="3600"/>
              <a:buFont typeface="Forum"/>
              <a:buNone/>
              <a:defRPr sz="3600">
                <a:solidFill>
                  <a:schemeClr val="dk1"/>
                </a:solidFill>
                <a:latin typeface="Forum"/>
                <a:ea typeface="Forum"/>
                <a:cs typeface="Forum"/>
                <a:sym typeface="Forum"/>
              </a:defRPr>
            </a:lvl3pPr>
            <a:lvl4pPr lvl="3">
              <a:lnSpc>
                <a:spcPct val="60000"/>
              </a:lnSpc>
              <a:spcBef>
                <a:spcPts val="0"/>
              </a:spcBef>
              <a:spcAft>
                <a:spcPts val="0"/>
              </a:spcAft>
              <a:buClr>
                <a:schemeClr val="dk1"/>
              </a:buClr>
              <a:buSzPts val="3600"/>
              <a:buFont typeface="Forum"/>
              <a:buNone/>
              <a:defRPr sz="3600">
                <a:solidFill>
                  <a:schemeClr val="dk1"/>
                </a:solidFill>
                <a:latin typeface="Forum"/>
                <a:ea typeface="Forum"/>
                <a:cs typeface="Forum"/>
                <a:sym typeface="Forum"/>
              </a:defRPr>
            </a:lvl4pPr>
            <a:lvl5pPr lvl="4">
              <a:lnSpc>
                <a:spcPct val="60000"/>
              </a:lnSpc>
              <a:spcBef>
                <a:spcPts val="0"/>
              </a:spcBef>
              <a:spcAft>
                <a:spcPts val="0"/>
              </a:spcAft>
              <a:buClr>
                <a:schemeClr val="dk1"/>
              </a:buClr>
              <a:buSzPts val="3600"/>
              <a:buFont typeface="Forum"/>
              <a:buNone/>
              <a:defRPr sz="3600">
                <a:solidFill>
                  <a:schemeClr val="dk1"/>
                </a:solidFill>
                <a:latin typeface="Forum"/>
                <a:ea typeface="Forum"/>
                <a:cs typeface="Forum"/>
                <a:sym typeface="Forum"/>
              </a:defRPr>
            </a:lvl5pPr>
            <a:lvl6pPr lvl="5">
              <a:lnSpc>
                <a:spcPct val="60000"/>
              </a:lnSpc>
              <a:spcBef>
                <a:spcPts val="0"/>
              </a:spcBef>
              <a:spcAft>
                <a:spcPts val="0"/>
              </a:spcAft>
              <a:buClr>
                <a:schemeClr val="dk1"/>
              </a:buClr>
              <a:buSzPts val="3600"/>
              <a:buFont typeface="Forum"/>
              <a:buNone/>
              <a:defRPr sz="3600">
                <a:solidFill>
                  <a:schemeClr val="dk1"/>
                </a:solidFill>
                <a:latin typeface="Forum"/>
                <a:ea typeface="Forum"/>
                <a:cs typeface="Forum"/>
                <a:sym typeface="Forum"/>
              </a:defRPr>
            </a:lvl6pPr>
            <a:lvl7pPr lvl="6">
              <a:lnSpc>
                <a:spcPct val="60000"/>
              </a:lnSpc>
              <a:spcBef>
                <a:spcPts val="0"/>
              </a:spcBef>
              <a:spcAft>
                <a:spcPts val="0"/>
              </a:spcAft>
              <a:buClr>
                <a:schemeClr val="dk1"/>
              </a:buClr>
              <a:buSzPts val="3600"/>
              <a:buFont typeface="Forum"/>
              <a:buNone/>
              <a:defRPr sz="3600">
                <a:solidFill>
                  <a:schemeClr val="dk1"/>
                </a:solidFill>
                <a:latin typeface="Forum"/>
                <a:ea typeface="Forum"/>
                <a:cs typeface="Forum"/>
                <a:sym typeface="Forum"/>
              </a:defRPr>
            </a:lvl7pPr>
            <a:lvl8pPr lvl="7">
              <a:lnSpc>
                <a:spcPct val="60000"/>
              </a:lnSpc>
              <a:spcBef>
                <a:spcPts val="0"/>
              </a:spcBef>
              <a:spcAft>
                <a:spcPts val="0"/>
              </a:spcAft>
              <a:buClr>
                <a:schemeClr val="dk1"/>
              </a:buClr>
              <a:buSzPts val="3600"/>
              <a:buFont typeface="Forum"/>
              <a:buNone/>
              <a:defRPr sz="3600">
                <a:solidFill>
                  <a:schemeClr val="dk1"/>
                </a:solidFill>
                <a:latin typeface="Forum"/>
                <a:ea typeface="Forum"/>
                <a:cs typeface="Forum"/>
                <a:sym typeface="Forum"/>
              </a:defRPr>
            </a:lvl8pPr>
            <a:lvl9pPr lvl="8">
              <a:lnSpc>
                <a:spcPct val="60000"/>
              </a:lnSpc>
              <a:spcBef>
                <a:spcPts val="0"/>
              </a:spcBef>
              <a:spcAft>
                <a:spcPts val="0"/>
              </a:spcAft>
              <a:buClr>
                <a:schemeClr val="dk1"/>
              </a:buClr>
              <a:buSzPts val="3600"/>
              <a:buFont typeface="Forum"/>
              <a:buNone/>
              <a:defRPr sz="3600">
                <a:solidFill>
                  <a:schemeClr val="dk1"/>
                </a:solidFill>
                <a:latin typeface="Forum"/>
                <a:ea typeface="Forum"/>
                <a:cs typeface="Forum"/>
                <a:sym typeface="Forum"/>
              </a:defRPr>
            </a:lvl9pPr>
          </a:lstStyle>
          <a:p/>
        </p:txBody>
      </p:sp>
      <p:sp>
        <p:nvSpPr>
          <p:cNvPr id="340" name="Google Shape;340;p33"/>
          <p:cNvSpPr txBox="1"/>
          <p:nvPr>
            <p:ph idx="1" type="subTitle"/>
          </p:nvPr>
        </p:nvSpPr>
        <p:spPr>
          <a:xfrm>
            <a:off x="811200" y="3337800"/>
            <a:ext cx="2932500" cy="1345800"/>
          </a:xfrm>
          <a:prstGeom prst="rect">
            <a:avLst/>
          </a:prstGeom>
        </p:spPr>
        <p:txBody>
          <a:bodyPr anchorCtr="0" anchor="b" bIns="0" lIns="0" spcFirstLastPara="1" rIns="0" wrap="square" tIns="0">
            <a:noAutofit/>
          </a:bodyPr>
          <a:lstStyle>
            <a:lvl1pPr lvl="0" algn="ctr">
              <a:spcBef>
                <a:spcPts val="0"/>
              </a:spcBef>
              <a:spcAft>
                <a:spcPts val="0"/>
              </a:spcAft>
              <a:buNone/>
              <a:defRPr>
                <a:solidFill>
                  <a:schemeClr val="dk1"/>
                </a:solidFill>
                <a:latin typeface="DM Sans"/>
                <a:ea typeface="DM Sans"/>
                <a:cs typeface="DM Sans"/>
                <a:sym typeface="DM Sans"/>
              </a:defRPr>
            </a:lvl1pPr>
            <a:lvl2pPr lvl="1" algn="ctr">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lgn="ctr">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lgn="ctr">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lgn="ctr">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lgn="ctr">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lgn="ctr">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lgn="ctr">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lgn="ctr">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341" name="Google Shape;341;p33"/>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lt1"/>
                </a:solidFill>
                <a:latin typeface="DM Sans"/>
                <a:ea typeface="DM Sans"/>
                <a:cs typeface="DM Sans"/>
                <a:sym typeface="DM Sans"/>
              </a:rPr>
              <a:t>‹#›</a:t>
            </a:fld>
            <a:endParaRPr sz="700">
              <a:solidFill>
                <a:schemeClr val="lt1"/>
              </a:solidFill>
              <a:latin typeface="DM Sans"/>
              <a:ea typeface="DM Sans"/>
              <a:cs typeface="DM Sans"/>
              <a:sym typeface="DM San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ge pink">
  <p:cSld name="CUSTOM_1">
    <p:bg>
      <p:bgPr>
        <a:solidFill>
          <a:schemeClr val="accent1"/>
        </a:solidFill>
      </p:bgPr>
    </p:bg>
    <p:spTree>
      <p:nvGrpSpPr>
        <p:cNvPr id="342" name="Shape 342"/>
        <p:cNvGrpSpPr/>
        <p:nvPr/>
      </p:nvGrpSpPr>
      <p:grpSpPr>
        <a:xfrm>
          <a:off x="0" y="0"/>
          <a:ext cx="0" cy="0"/>
          <a:chOff x="0" y="0"/>
          <a:chExt cx="0" cy="0"/>
        </a:xfrm>
      </p:grpSpPr>
      <p:sp>
        <p:nvSpPr>
          <p:cNvPr id="343" name="Google Shape;343;p34"/>
          <p:cNvSpPr txBox="1"/>
          <p:nvPr>
            <p:ph idx="1" type="subTitle"/>
          </p:nvPr>
        </p:nvSpPr>
        <p:spPr>
          <a:xfrm>
            <a:off x="228600" y="3953475"/>
            <a:ext cx="2501700" cy="730200"/>
          </a:xfrm>
          <a:prstGeom prst="rect">
            <a:avLst/>
          </a:prstGeom>
        </p:spPr>
        <p:txBody>
          <a:bodyPr anchorCtr="0" anchor="t" bIns="0" lIns="0" spcFirstLastPara="1" rIns="0" wrap="square" tIns="0">
            <a:noAutofit/>
          </a:bodyPr>
          <a:lstStyle>
            <a:lvl1pPr lvl="0" algn="ctr">
              <a:spcBef>
                <a:spcPts val="0"/>
              </a:spcBef>
              <a:spcAft>
                <a:spcPts val="0"/>
              </a:spcAft>
              <a:buNone/>
              <a:defRPr sz="1000">
                <a:solidFill>
                  <a:schemeClr val="dk1"/>
                </a:solidFill>
                <a:latin typeface="DM Sans"/>
                <a:ea typeface="DM Sans"/>
                <a:cs typeface="DM Sans"/>
                <a:sym typeface="DM Sans"/>
              </a:defRPr>
            </a:lvl1pPr>
            <a:lvl2pPr lvl="1"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2pPr>
            <a:lvl3pPr lvl="2"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3pPr>
            <a:lvl4pPr lvl="3"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4pPr>
            <a:lvl5pPr lvl="4"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5pPr>
            <a:lvl6pPr lvl="5"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6pPr>
            <a:lvl7pPr lvl="6"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7pPr>
            <a:lvl8pPr lvl="7"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8pPr>
            <a:lvl9pPr lvl="8"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9pPr>
          </a:lstStyle>
          <a:p/>
        </p:txBody>
      </p:sp>
      <p:sp>
        <p:nvSpPr>
          <p:cNvPr id="344" name="Google Shape;344;p34"/>
          <p:cNvSpPr/>
          <p:nvPr>
            <p:ph idx="2" type="pic"/>
          </p:nvPr>
        </p:nvSpPr>
        <p:spPr>
          <a:xfrm>
            <a:off x="3539700" y="1418775"/>
            <a:ext cx="2064600" cy="2306100"/>
          </a:xfrm>
          <a:prstGeom prst="roundRect">
            <a:avLst>
              <a:gd fmla="val 15772" name="adj"/>
            </a:avLst>
          </a:prstGeom>
          <a:noFill/>
          <a:ln>
            <a:noFill/>
          </a:ln>
        </p:spPr>
      </p:sp>
      <p:sp>
        <p:nvSpPr>
          <p:cNvPr id="345" name="Google Shape;345;p34"/>
          <p:cNvSpPr txBox="1"/>
          <p:nvPr>
            <p:ph idx="3" type="subTitle"/>
          </p:nvPr>
        </p:nvSpPr>
        <p:spPr>
          <a:xfrm>
            <a:off x="6413700" y="3953475"/>
            <a:ext cx="2501700" cy="730200"/>
          </a:xfrm>
          <a:prstGeom prst="rect">
            <a:avLst/>
          </a:prstGeom>
        </p:spPr>
        <p:txBody>
          <a:bodyPr anchorCtr="0" anchor="t" bIns="0" lIns="0" spcFirstLastPara="1" rIns="0" wrap="square" tIns="0">
            <a:noAutofit/>
          </a:bodyPr>
          <a:lstStyle>
            <a:lvl1pPr lvl="0" algn="ctr">
              <a:spcBef>
                <a:spcPts val="0"/>
              </a:spcBef>
              <a:spcAft>
                <a:spcPts val="0"/>
              </a:spcAft>
              <a:buNone/>
              <a:defRPr sz="1000">
                <a:solidFill>
                  <a:schemeClr val="dk1"/>
                </a:solidFill>
                <a:latin typeface="DM Sans"/>
                <a:ea typeface="DM Sans"/>
                <a:cs typeface="DM Sans"/>
                <a:sym typeface="DM Sans"/>
              </a:defRPr>
            </a:lvl1pPr>
            <a:lvl2pPr lvl="1"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2pPr>
            <a:lvl3pPr lvl="2"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3pPr>
            <a:lvl4pPr lvl="3"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4pPr>
            <a:lvl5pPr lvl="4"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5pPr>
            <a:lvl6pPr lvl="5"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6pPr>
            <a:lvl7pPr lvl="6"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7pPr>
            <a:lvl8pPr lvl="7"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8pPr>
            <a:lvl9pPr lvl="8"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9pPr>
          </a:lstStyle>
          <a:p/>
        </p:txBody>
      </p:sp>
      <p:sp>
        <p:nvSpPr>
          <p:cNvPr id="346" name="Google Shape;346;p34"/>
          <p:cNvSpPr txBox="1"/>
          <p:nvPr>
            <p:ph idx="4" type="subTitle"/>
          </p:nvPr>
        </p:nvSpPr>
        <p:spPr>
          <a:xfrm>
            <a:off x="3321150" y="3953475"/>
            <a:ext cx="2501700" cy="730200"/>
          </a:xfrm>
          <a:prstGeom prst="rect">
            <a:avLst/>
          </a:prstGeom>
        </p:spPr>
        <p:txBody>
          <a:bodyPr anchorCtr="0" anchor="t" bIns="0" lIns="0" spcFirstLastPara="1" rIns="0" wrap="square" tIns="0">
            <a:noAutofit/>
          </a:bodyPr>
          <a:lstStyle>
            <a:lvl1pPr lvl="0" algn="ctr">
              <a:spcBef>
                <a:spcPts val="0"/>
              </a:spcBef>
              <a:spcAft>
                <a:spcPts val="0"/>
              </a:spcAft>
              <a:buNone/>
              <a:defRPr sz="1000">
                <a:solidFill>
                  <a:schemeClr val="dk1"/>
                </a:solidFill>
                <a:latin typeface="DM Sans"/>
                <a:ea typeface="DM Sans"/>
                <a:cs typeface="DM Sans"/>
                <a:sym typeface="DM Sans"/>
              </a:defRPr>
            </a:lvl1pPr>
            <a:lvl2pPr lvl="1"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2pPr>
            <a:lvl3pPr lvl="2"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3pPr>
            <a:lvl4pPr lvl="3"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4pPr>
            <a:lvl5pPr lvl="4"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5pPr>
            <a:lvl6pPr lvl="5"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6pPr>
            <a:lvl7pPr lvl="6"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7pPr>
            <a:lvl8pPr lvl="7"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8pPr>
            <a:lvl9pPr lvl="8"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9pPr>
          </a:lstStyle>
          <a:p/>
        </p:txBody>
      </p:sp>
      <p:sp>
        <p:nvSpPr>
          <p:cNvPr id="347" name="Google Shape;347;p34"/>
          <p:cNvSpPr txBox="1"/>
          <p:nvPr>
            <p:ph type="title"/>
          </p:nvPr>
        </p:nvSpPr>
        <p:spPr>
          <a:xfrm>
            <a:off x="228600" y="460100"/>
            <a:ext cx="8686800" cy="587700"/>
          </a:xfrm>
          <a:prstGeom prst="rect">
            <a:avLst/>
          </a:prstGeom>
        </p:spPr>
        <p:txBody>
          <a:bodyPr anchorCtr="0" anchor="t" bIns="91425" lIns="91425" spcFirstLastPara="1" rIns="91425" wrap="square" tIns="0">
            <a:spAutoFit/>
          </a:bodyPr>
          <a:lstStyle>
            <a:lvl1pPr lvl="0" algn="ctr">
              <a:lnSpc>
                <a:spcPct val="70000"/>
              </a:lnSpc>
              <a:spcBef>
                <a:spcPts val="0"/>
              </a:spcBef>
              <a:spcAft>
                <a:spcPts val="0"/>
              </a:spcAft>
              <a:buNone/>
              <a:defRPr sz="2800">
                <a:solidFill>
                  <a:schemeClr val="dk1"/>
                </a:solidFill>
              </a:defRPr>
            </a:lvl1pPr>
            <a:lvl2pPr lvl="1">
              <a:lnSpc>
                <a:spcPct val="115000"/>
              </a:lnSpc>
              <a:spcBef>
                <a:spcPts val="0"/>
              </a:spcBef>
              <a:spcAft>
                <a:spcPts val="0"/>
              </a:spcAft>
              <a:buNone/>
              <a:defRPr sz="2800">
                <a:solidFill>
                  <a:schemeClr val="dk1"/>
                </a:solidFill>
              </a:defRPr>
            </a:lvl2pPr>
            <a:lvl3pPr lvl="2">
              <a:lnSpc>
                <a:spcPct val="115000"/>
              </a:lnSpc>
              <a:spcBef>
                <a:spcPts val="0"/>
              </a:spcBef>
              <a:spcAft>
                <a:spcPts val="0"/>
              </a:spcAft>
              <a:buNone/>
              <a:defRPr sz="2800">
                <a:solidFill>
                  <a:schemeClr val="dk1"/>
                </a:solidFill>
              </a:defRPr>
            </a:lvl3pPr>
            <a:lvl4pPr lvl="3">
              <a:lnSpc>
                <a:spcPct val="115000"/>
              </a:lnSpc>
              <a:spcBef>
                <a:spcPts val="0"/>
              </a:spcBef>
              <a:spcAft>
                <a:spcPts val="0"/>
              </a:spcAft>
              <a:buNone/>
              <a:defRPr sz="2800">
                <a:solidFill>
                  <a:schemeClr val="dk1"/>
                </a:solidFill>
              </a:defRPr>
            </a:lvl4pPr>
            <a:lvl5pPr lvl="4">
              <a:lnSpc>
                <a:spcPct val="115000"/>
              </a:lnSpc>
              <a:spcBef>
                <a:spcPts val="0"/>
              </a:spcBef>
              <a:spcAft>
                <a:spcPts val="0"/>
              </a:spcAft>
              <a:buNone/>
              <a:defRPr sz="2800">
                <a:solidFill>
                  <a:schemeClr val="dk1"/>
                </a:solidFill>
              </a:defRPr>
            </a:lvl5pPr>
            <a:lvl6pPr lvl="5">
              <a:lnSpc>
                <a:spcPct val="115000"/>
              </a:lnSpc>
              <a:spcBef>
                <a:spcPts val="0"/>
              </a:spcBef>
              <a:spcAft>
                <a:spcPts val="0"/>
              </a:spcAft>
              <a:buNone/>
              <a:defRPr sz="2800">
                <a:solidFill>
                  <a:schemeClr val="dk1"/>
                </a:solidFill>
              </a:defRPr>
            </a:lvl6pPr>
            <a:lvl7pPr lvl="6">
              <a:lnSpc>
                <a:spcPct val="115000"/>
              </a:lnSpc>
              <a:spcBef>
                <a:spcPts val="0"/>
              </a:spcBef>
              <a:spcAft>
                <a:spcPts val="0"/>
              </a:spcAft>
              <a:buNone/>
              <a:defRPr sz="2800">
                <a:solidFill>
                  <a:schemeClr val="dk1"/>
                </a:solidFill>
              </a:defRPr>
            </a:lvl7pPr>
            <a:lvl8pPr lvl="7">
              <a:lnSpc>
                <a:spcPct val="115000"/>
              </a:lnSpc>
              <a:spcBef>
                <a:spcPts val="0"/>
              </a:spcBef>
              <a:spcAft>
                <a:spcPts val="0"/>
              </a:spcAft>
              <a:buNone/>
              <a:defRPr sz="2800">
                <a:solidFill>
                  <a:schemeClr val="dk1"/>
                </a:solidFill>
              </a:defRPr>
            </a:lvl8pPr>
            <a:lvl9pPr lvl="8">
              <a:lnSpc>
                <a:spcPct val="115000"/>
              </a:lnSpc>
              <a:spcBef>
                <a:spcPts val="0"/>
              </a:spcBef>
              <a:spcAft>
                <a:spcPts val="0"/>
              </a:spcAft>
              <a:buNone/>
              <a:defRPr sz="2800">
                <a:solidFill>
                  <a:schemeClr val="dk1"/>
                </a:solidFill>
              </a:defRPr>
            </a:lvl9pPr>
          </a:lstStyle>
          <a:p/>
        </p:txBody>
      </p:sp>
      <p:sp>
        <p:nvSpPr>
          <p:cNvPr id="348" name="Google Shape;348;p34"/>
          <p:cNvSpPr/>
          <p:nvPr>
            <p:ph idx="5" type="pic"/>
          </p:nvPr>
        </p:nvSpPr>
        <p:spPr>
          <a:xfrm>
            <a:off x="447150" y="1418775"/>
            <a:ext cx="2064600" cy="2306100"/>
          </a:xfrm>
          <a:prstGeom prst="roundRect">
            <a:avLst>
              <a:gd fmla="val 15772" name="adj"/>
            </a:avLst>
          </a:prstGeom>
          <a:noFill/>
          <a:ln>
            <a:noFill/>
          </a:ln>
        </p:spPr>
      </p:sp>
      <p:sp>
        <p:nvSpPr>
          <p:cNvPr id="349" name="Google Shape;349;p34"/>
          <p:cNvSpPr/>
          <p:nvPr>
            <p:ph idx="6" type="pic"/>
          </p:nvPr>
        </p:nvSpPr>
        <p:spPr>
          <a:xfrm>
            <a:off x="6632250" y="1418775"/>
            <a:ext cx="2064600" cy="2306100"/>
          </a:xfrm>
          <a:prstGeom prst="roundRect">
            <a:avLst>
              <a:gd fmla="val 15772" name="adj"/>
            </a:avLst>
          </a:prstGeom>
          <a:noFill/>
          <a:ln>
            <a:noFill/>
          </a:ln>
        </p:spPr>
      </p:sp>
      <p:sp>
        <p:nvSpPr>
          <p:cNvPr id="350" name="Google Shape;350;p34"/>
          <p:cNvSpPr txBox="1"/>
          <p:nvPr>
            <p:ph idx="7"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2pPr>
            <a:lvl3pPr lvl="2">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3pPr>
            <a:lvl4pPr lvl="3">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4pPr>
            <a:lvl5pPr lvl="4">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5pPr>
            <a:lvl6pPr lvl="5">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6pPr>
            <a:lvl7pPr lvl="6">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7pPr>
            <a:lvl8pPr lvl="7">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8pPr>
            <a:lvl9pPr lvl="8">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9pPr>
          </a:lstStyle>
          <a:p/>
        </p:txBody>
      </p:sp>
      <p:sp>
        <p:nvSpPr>
          <p:cNvPr id="351" name="Google Shape;351;p34"/>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dk1"/>
                </a:solidFill>
                <a:latin typeface="DM Sans"/>
                <a:ea typeface="DM Sans"/>
                <a:cs typeface="DM Sans"/>
                <a:sym typeface="DM Sans"/>
              </a:rPr>
              <a:t>‹#›</a:t>
            </a:fld>
            <a:endParaRPr sz="700">
              <a:solidFill>
                <a:schemeClr val="dk1"/>
              </a:solidFill>
              <a:latin typeface="DM Sans"/>
              <a:ea typeface="DM Sans"/>
              <a:cs typeface="DM Sans"/>
              <a:sym typeface="DM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ge yellow">
  <p:cSld name="CUSTOM_1_1">
    <p:bg>
      <p:bgPr>
        <a:solidFill>
          <a:schemeClr val="accent2"/>
        </a:solidFill>
      </p:bgPr>
    </p:bg>
    <p:spTree>
      <p:nvGrpSpPr>
        <p:cNvPr id="352" name="Shape 352"/>
        <p:cNvGrpSpPr/>
        <p:nvPr/>
      </p:nvGrpSpPr>
      <p:grpSpPr>
        <a:xfrm>
          <a:off x="0" y="0"/>
          <a:ext cx="0" cy="0"/>
          <a:chOff x="0" y="0"/>
          <a:chExt cx="0" cy="0"/>
        </a:xfrm>
      </p:grpSpPr>
      <p:sp>
        <p:nvSpPr>
          <p:cNvPr id="353" name="Google Shape;353;p35"/>
          <p:cNvSpPr/>
          <p:nvPr>
            <p:ph idx="2" type="pic"/>
          </p:nvPr>
        </p:nvSpPr>
        <p:spPr>
          <a:xfrm>
            <a:off x="3539700" y="1418775"/>
            <a:ext cx="2064600" cy="2306100"/>
          </a:xfrm>
          <a:prstGeom prst="roundRect">
            <a:avLst>
              <a:gd fmla="val 15772" name="adj"/>
            </a:avLst>
          </a:prstGeom>
          <a:noFill/>
          <a:ln>
            <a:noFill/>
          </a:ln>
        </p:spPr>
      </p:sp>
      <p:sp>
        <p:nvSpPr>
          <p:cNvPr id="354" name="Google Shape;354;p35"/>
          <p:cNvSpPr txBox="1"/>
          <p:nvPr>
            <p:ph type="title"/>
          </p:nvPr>
        </p:nvSpPr>
        <p:spPr>
          <a:xfrm>
            <a:off x="228600" y="460100"/>
            <a:ext cx="8686800" cy="587700"/>
          </a:xfrm>
          <a:prstGeom prst="rect">
            <a:avLst/>
          </a:prstGeom>
        </p:spPr>
        <p:txBody>
          <a:bodyPr anchorCtr="0" anchor="t" bIns="91425" lIns="91425" spcFirstLastPara="1" rIns="91425" wrap="square" tIns="0">
            <a:spAutoFit/>
          </a:bodyPr>
          <a:lstStyle>
            <a:lvl1pPr lvl="0" algn="ctr">
              <a:lnSpc>
                <a:spcPct val="70000"/>
              </a:lnSpc>
              <a:spcBef>
                <a:spcPts val="0"/>
              </a:spcBef>
              <a:spcAft>
                <a:spcPts val="0"/>
              </a:spcAft>
              <a:buNone/>
              <a:defRPr sz="2800"/>
            </a:lvl1pPr>
            <a:lvl2pPr lvl="1">
              <a:lnSpc>
                <a:spcPct val="115000"/>
              </a:lnSpc>
              <a:spcBef>
                <a:spcPts val="0"/>
              </a:spcBef>
              <a:spcAft>
                <a:spcPts val="0"/>
              </a:spcAft>
              <a:buNone/>
              <a:defRPr sz="2800"/>
            </a:lvl2pPr>
            <a:lvl3pPr lvl="2">
              <a:lnSpc>
                <a:spcPct val="115000"/>
              </a:lnSpc>
              <a:spcBef>
                <a:spcPts val="0"/>
              </a:spcBef>
              <a:spcAft>
                <a:spcPts val="0"/>
              </a:spcAft>
              <a:buNone/>
              <a:defRPr sz="2800"/>
            </a:lvl3pPr>
            <a:lvl4pPr lvl="3">
              <a:lnSpc>
                <a:spcPct val="115000"/>
              </a:lnSpc>
              <a:spcBef>
                <a:spcPts val="0"/>
              </a:spcBef>
              <a:spcAft>
                <a:spcPts val="0"/>
              </a:spcAft>
              <a:buNone/>
              <a:defRPr sz="2800"/>
            </a:lvl4pPr>
            <a:lvl5pPr lvl="4">
              <a:lnSpc>
                <a:spcPct val="115000"/>
              </a:lnSpc>
              <a:spcBef>
                <a:spcPts val="0"/>
              </a:spcBef>
              <a:spcAft>
                <a:spcPts val="0"/>
              </a:spcAft>
              <a:buNone/>
              <a:defRPr sz="2800"/>
            </a:lvl5pPr>
            <a:lvl6pPr lvl="5">
              <a:lnSpc>
                <a:spcPct val="115000"/>
              </a:lnSpc>
              <a:spcBef>
                <a:spcPts val="0"/>
              </a:spcBef>
              <a:spcAft>
                <a:spcPts val="0"/>
              </a:spcAft>
              <a:buNone/>
              <a:defRPr sz="2800"/>
            </a:lvl6pPr>
            <a:lvl7pPr lvl="6">
              <a:lnSpc>
                <a:spcPct val="115000"/>
              </a:lnSpc>
              <a:spcBef>
                <a:spcPts val="0"/>
              </a:spcBef>
              <a:spcAft>
                <a:spcPts val="0"/>
              </a:spcAft>
              <a:buNone/>
              <a:defRPr sz="2800"/>
            </a:lvl7pPr>
            <a:lvl8pPr lvl="7">
              <a:lnSpc>
                <a:spcPct val="115000"/>
              </a:lnSpc>
              <a:spcBef>
                <a:spcPts val="0"/>
              </a:spcBef>
              <a:spcAft>
                <a:spcPts val="0"/>
              </a:spcAft>
              <a:buNone/>
              <a:defRPr sz="2800"/>
            </a:lvl8pPr>
            <a:lvl9pPr lvl="8">
              <a:lnSpc>
                <a:spcPct val="115000"/>
              </a:lnSpc>
              <a:spcBef>
                <a:spcPts val="0"/>
              </a:spcBef>
              <a:spcAft>
                <a:spcPts val="0"/>
              </a:spcAft>
              <a:buNone/>
              <a:defRPr sz="2800"/>
            </a:lvl9pPr>
          </a:lstStyle>
          <a:p/>
        </p:txBody>
      </p:sp>
      <p:sp>
        <p:nvSpPr>
          <p:cNvPr id="355" name="Google Shape;355;p35"/>
          <p:cNvSpPr txBox="1"/>
          <p:nvPr>
            <p:ph idx="1" type="subTitle"/>
          </p:nvPr>
        </p:nvSpPr>
        <p:spPr>
          <a:xfrm>
            <a:off x="228600" y="3953475"/>
            <a:ext cx="2501700" cy="730200"/>
          </a:xfrm>
          <a:prstGeom prst="rect">
            <a:avLst/>
          </a:prstGeom>
        </p:spPr>
        <p:txBody>
          <a:bodyPr anchorCtr="0" anchor="t" bIns="0" lIns="0" spcFirstLastPara="1" rIns="0" wrap="square" tIns="0">
            <a:noAutofit/>
          </a:bodyPr>
          <a:lstStyle>
            <a:lvl1pPr lvl="0" algn="ctr">
              <a:spcBef>
                <a:spcPts val="0"/>
              </a:spcBef>
              <a:spcAft>
                <a:spcPts val="0"/>
              </a:spcAft>
              <a:buNone/>
              <a:defRPr sz="1000">
                <a:latin typeface="DM Sans"/>
                <a:ea typeface="DM Sans"/>
                <a:cs typeface="DM Sans"/>
                <a:sym typeface="DM Sans"/>
              </a:defRPr>
            </a:lvl1pPr>
            <a:lvl2pPr lvl="1" algn="ctr">
              <a:spcBef>
                <a:spcPts val="0"/>
              </a:spcBef>
              <a:spcAft>
                <a:spcPts val="0"/>
              </a:spcAft>
              <a:buClr>
                <a:schemeClr val="lt1"/>
              </a:buClr>
              <a:buSzPts val="1000"/>
              <a:buFont typeface="DM Sans"/>
              <a:buNone/>
              <a:defRPr sz="1000">
                <a:latin typeface="DM Sans"/>
                <a:ea typeface="DM Sans"/>
                <a:cs typeface="DM Sans"/>
                <a:sym typeface="DM Sans"/>
              </a:defRPr>
            </a:lvl2pPr>
            <a:lvl3pPr lvl="2" algn="ctr">
              <a:spcBef>
                <a:spcPts val="0"/>
              </a:spcBef>
              <a:spcAft>
                <a:spcPts val="0"/>
              </a:spcAft>
              <a:buClr>
                <a:schemeClr val="lt1"/>
              </a:buClr>
              <a:buSzPts val="1000"/>
              <a:buFont typeface="DM Sans"/>
              <a:buNone/>
              <a:defRPr sz="1000">
                <a:latin typeface="DM Sans"/>
                <a:ea typeface="DM Sans"/>
                <a:cs typeface="DM Sans"/>
                <a:sym typeface="DM Sans"/>
              </a:defRPr>
            </a:lvl3pPr>
            <a:lvl4pPr lvl="3" algn="ctr">
              <a:spcBef>
                <a:spcPts val="0"/>
              </a:spcBef>
              <a:spcAft>
                <a:spcPts val="0"/>
              </a:spcAft>
              <a:buClr>
                <a:schemeClr val="lt1"/>
              </a:buClr>
              <a:buSzPts val="1000"/>
              <a:buFont typeface="DM Sans"/>
              <a:buNone/>
              <a:defRPr sz="1000">
                <a:latin typeface="DM Sans"/>
                <a:ea typeface="DM Sans"/>
                <a:cs typeface="DM Sans"/>
                <a:sym typeface="DM Sans"/>
              </a:defRPr>
            </a:lvl4pPr>
            <a:lvl5pPr lvl="4" algn="ctr">
              <a:spcBef>
                <a:spcPts val="0"/>
              </a:spcBef>
              <a:spcAft>
                <a:spcPts val="0"/>
              </a:spcAft>
              <a:buClr>
                <a:schemeClr val="lt1"/>
              </a:buClr>
              <a:buSzPts val="1000"/>
              <a:buFont typeface="DM Sans"/>
              <a:buNone/>
              <a:defRPr sz="1000">
                <a:latin typeface="DM Sans"/>
                <a:ea typeface="DM Sans"/>
                <a:cs typeface="DM Sans"/>
                <a:sym typeface="DM Sans"/>
              </a:defRPr>
            </a:lvl5pPr>
            <a:lvl6pPr lvl="5" algn="ctr">
              <a:spcBef>
                <a:spcPts val="0"/>
              </a:spcBef>
              <a:spcAft>
                <a:spcPts val="0"/>
              </a:spcAft>
              <a:buClr>
                <a:schemeClr val="lt1"/>
              </a:buClr>
              <a:buSzPts val="1000"/>
              <a:buFont typeface="DM Sans"/>
              <a:buNone/>
              <a:defRPr sz="1000">
                <a:latin typeface="DM Sans"/>
                <a:ea typeface="DM Sans"/>
                <a:cs typeface="DM Sans"/>
                <a:sym typeface="DM Sans"/>
              </a:defRPr>
            </a:lvl6pPr>
            <a:lvl7pPr lvl="6" algn="ctr">
              <a:spcBef>
                <a:spcPts val="0"/>
              </a:spcBef>
              <a:spcAft>
                <a:spcPts val="0"/>
              </a:spcAft>
              <a:buClr>
                <a:schemeClr val="lt1"/>
              </a:buClr>
              <a:buSzPts val="1000"/>
              <a:buFont typeface="DM Sans"/>
              <a:buNone/>
              <a:defRPr sz="1000">
                <a:latin typeface="DM Sans"/>
                <a:ea typeface="DM Sans"/>
                <a:cs typeface="DM Sans"/>
                <a:sym typeface="DM Sans"/>
              </a:defRPr>
            </a:lvl7pPr>
            <a:lvl8pPr lvl="7" algn="ctr">
              <a:spcBef>
                <a:spcPts val="0"/>
              </a:spcBef>
              <a:spcAft>
                <a:spcPts val="0"/>
              </a:spcAft>
              <a:buClr>
                <a:schemeClr val="lt1"/>
              </a:buClr>
              <a:buSzPts val="1000"/>
              <a:buFont typeface="DM Sans"/>
              <a:buNone/>
              <a:defRPr sz="1000">
                <a:latin typeface="DM Sans"/>
                <a:ea typeface="DM Sans"/>
                <a:cs typeface="DM Sans"/>
                <a:sym typeface="DM Sans"/>
              </a:defRPr>
            </a:lvl8pPr>
            <a:lvl9pPr lvl="8" algn="ctr">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356" name="Google Shape;356;p35"/>
          <p:cNvSpPr txBox="1"/>
          <p:nvPr>
            <p:ph idx="3" type="subTitle"/>
          </p:nvPr>
        </p:nvSpPr>
        <p:spPr>
          <a:xfrm>
            <a:off x="6413700" y="3953475"/>
            <a:ext cx="2501700" cy="730200"/>
          </a:xfrm>
          <a:prstGeom prst="rect">
            <a:avLst/>
          </a:prstGeom>
        </p:spPr>
        <p:txBody>
          <a:bodyPr anchorCtr="0" anchor="t" bIns="0" lIns="0" spcFirstLastPara="1" rIns="0" wrap="square" tIns="0">
            <a:noAutofit/>
          </a:bodyPr>
          <a:lstStyle>
            <a:lvl1pPr lvl="0" algn="ctr">
              <a:spcBef>
                <a:spcPts val="0"/>
              </a:spcBef>
              <a:spcAft>
                <a:spcPts val="0"/>
              </a:spcAft>
              <a:buNone/>
              <a:defRPr sz="1000">
                <a:latin typeface="DM Sans"/>
                <a:ea typeface="DM Sans"/>
                <a:cs typeface="DM Sans"/>
                <a:sym typeface="DM Sans"/>
              </a:defRPr>
            </a:lvl1pPr>
            <a:lvl2pPr lvl="1" algn="ctr">
              <a:spcBef>
                <a:spcPts val="0"/>
              </a:spcBef>
              <a:spcAft>
                <a:spcPts val="0"/>
              </a:spcAft>
              <a:buClr>
                <a:schemeClr val="lt1"/>
              </a:buClr>
              <a:buSzPts val="1000"/>
              <a:buFont typeface="DM Sans"/>
              <a:buNone/>
              <a:defRPr sz="1000">
                <a:latin typeface="DM Sans"/>
                <a:ea typeface="DM Sans"/>
                <a:cs typeface="DM Sans"/>
                <a:sym typeface="DM Sans"/>
              </a:defRPr>
            </a:lvl2pPr>
            <a:lvl3pPr lvl="2" algn="ctr">
              <a:spcBef>
                <a:spcPts val="0"/>
              </a:spcBef>
              <a:spcAft>
                <a:spcPts val="0"/>
              </a:spcAft>
              <a:buClr>
                <a:schemeClr val="lt1"/>
              </a:buClr>
              <a:buSzPts val="1000"/>
              <a:buFont typeface="DM Sans"/>
              <a:buNone/>
              <a:defRPr sz="1000">
                <a:latin typeface="DM Sans"/>
                <a:ea typeface="DM Sans"/>
                <a:cs typeface="DM Sans"/>
                <a:sym typeface="DM Sans"/>
              </a:defRPr>
            </a:lvl3pPr>
            <a:lvl4pPr lvl="3" algn="ctr">
              <a:spcBef>
                <a:spcPts val="0"/>
              </a:spcBef>
              <a:spcAft>
                <a:spcPts val="0"/>
              </a:spcAft>
              <a:buClr>
                <a:schemeClr val="lt1"/>
              </a:buClr>
              <a:buSzPts val="1000"/>
              <a:buFont typeface="DM Sans"/>
              <a:buNone/>
              <a:defRPr sz="1000">
                <a:latin typeface="DM Sans"/>
                <a:ea typeface="DM Sans"/>
                <a:cs typeface="DM Sans"/>
                <a:sym typeface="DM Sans"/>
              </a:defRPr>
            </a:lvl4pPr>
            <a:lvl5pPr lvl="4" algn="ctr">
              <a:spcBef>
                <a:spcPts val="0"/>
              </a:spcBef>
              <a:spcAft>
                <a:spcPts val="0"/>
              </a:spcAft>
              <a:buClr>
                <a:schemeClr val="lt1"/>
              </a:buClr>
              <a:buSzPts val="1000"/>
              <a:buFont typeface="DM Sans"/>
              <a:buNone/>
              <a:defRPr sz="1000">
                <a:latin typeface="DM Sans"/>
                <a:ea typeface="DM Sans"/>
                <a:cs typeface="DM Sans"/>
                <a:sym typeface="DM Sans"/>
              </a:defRPr>
            </a:lvl5pPr>
            <a:lvl6pPr lvl="5" algn="ctr">
              <a:spcBef>
                <a:spcPts val="0"/>
              </a:spcBef>
              <a:spcAft>
                <a:spcPts val="0"/>
              </a:spcAft>
              <a:buClr>
                <a:schemeClr val="lt1"/>
              </a:buClr>
              <a:buSzPts val="1000"/>
              <a:buFont typeface="DM Sans"/>
              <a:buNone/>
              <a:defRPr sz="1000">
                <a:latin typeface="DM Sans"/>
                <a:ea typeface="DM Sans"/>
                <a:cs typeface="DM Sans"/>
                <a:sym typeface="DM Sans"/>
              </a:defRPr>
            </a:lvl6pPr>
            <a:lvl7pPr lvl="6" algn="ctr">
              <a:spcBef>
                <a:spcPts val="0"/>
              </a:spcBef>
              <a:spcAft>
                <a:spcPts val="0"/>
              </a:spcAft>
              <a:buClr>
                <a:schemeClr val="lt1"/>
              </a:buClr>
              <a:buSzPts val="1000"/>
              <a:buFont typeface="DM Sans"/>
              <a:buNone/>
              <a:defRPr sz="1000">
                <a:latin typeface="DM Sans"/>
                <a:ea typeface="DM Sans"/>
                <a:cs typeface="DM Sans"/>
                <a:sym typeface="DM Sans"/>
              </a:defRPr>
            </a:lvl7pPr>
            <a:lvl8pPr lvl="7" algn="ctr">
              <a:spcBef>
                <a:spcPts val="0"/>
              </a:spcBef>
              <a:spcAft>
                <a:spcPts val="0"/>
              </a:spcAft>
              <a:buClr>
                <a:schemeClr val="lt1"/>
              </a:buClr>
              <a:buSzPts val="1000"/>
              <a:buFont typeface="DM Sans"/>
              <a:buNone/>
              <a:defRPr sz="1000">
                <a:latin typeface="DM Sans"/>
                <a:ea typeface="DM Sans"/>
                <a:cs typeface="DM Sans"/>
                <a:sym typeface="DM Sans"/>
              </a:defRPr>
            </a:lvl8pPr>
            <a:lvl9pPr lvl="8" algn="ctr">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357" name="Google Shape;357;p35"/>
          <p:cNvSpPr txBox="1"/>
          <p:nvPr>
            <p:ph idx="4" type="subTitle"/>
          </p:nvPr>
        </p:nvSpPr>
        <p:spPr>
          <a:xfrm>
            <a:off x="3321150" y="3953475"/>
            <a:ext cx="2501700" cy="730200"/>
          </a:xfrm>
          <a:prstGeom prst="rect">
            <a:avLst/>
          </a:prstGeom>
        </p:spPr>
        <p:txBody>
          <a:bodyPr anchorCtr="0" anchor="t" bIns="0" lIns="0" spcFirstLastPara="1" rIns="0" wrap="square" tIns="0">
            <a:noAutofit/>
          </a:bodyPr>
          <a:lstStyle>
            <a:lvl1pPr lvl="0" algn="ctr">
              <a:spcBef>
                <a:spcPts val="0"/>
              </a:spcBef>
              <a:spcAft>
                <a:spcPts val="0"/>
              </a:spcAft>
              <a:buNone/>
              <a:defRPr sz="1000">
                <a:latin typeface="DM Sans"/>
                <a:ea typeface="DM Sans"/>
                <a:cs typeface="DM Sans"/>
                <a:sym typeface="DM Sans"/>
              </a:defRPr>
            </a:lvl1pPr>
            <a:lvl2pPr lvl="1" algn="ctr">
              <a:spcBef>
                <a:spcPts val="0"/>
              </a:spcBef>
              <a:spcAft>
                <a:spcPts val="0"/>
              </a:spcAft>
              <a:buClr>
                <a:schemeClr val="lt1"/>
              </a:buClr>
              <a:buSzPts val="1000"/>
              <a:buFont typeface="DM Sans"/>
              <a:buNone/>
              <a:defRPr sz="1000">
                <a:latin typeface="DM Sans"/>
                <a:ea typeface="DM Sans"/>
                <a:cs typeface="DM Sans"/>
                <a:sym typeface="DM Sans"/>
              </a:defRPr>
            </a:lvl2pPr>
            <a:lvl3pPr lvl="2" algn="ctr">
              <a:spcBef>
                <a:spcPts val="0"/>
              </a:spcBef>
              <a:spcAft>
                <a:spcPts val="0"/>
              </a:spcAft>
              <a:buClr>
                <a:schemeClr val="lt1"/>
              </a:buClr>
              <a:buSzPts val="1000"/>
              <a:buFont typeface="DM Sans"/>
              <a:buNone/>
              <a:defRPr sz="1000">
                <a:latin typeface="DM Sans"/>
                <a:ea typeface="DM Sans"/>
                <a:cs typeface="DM Sans"/>
                <a:sym typeface="DM Sans"/>
              </a:defRPr>
            </a:lvl3pPr>
            <a:lvl4pPr lvl="3" algn="ctr">
              <a:spcBef>
                <a:spcPts val="0"/>
              </a:spcBef>
              <a:spcAft>
                <a:spcPts val="0"/>
              </a:spcAft>
              <a:buClr>
                <a:schemeClr val="lt1"/>
              </a:buClr>
              <a:buSzPts val="1000"/>
              <a:buFont typeface="DM Sans"/>
              <a:buNone/>
              <a:defRPr sz="1000">
                <a:latin typeface="DM Sans"/>
                <a:ea typeface="DM Sans"/>
                <a:cs typeface="DM Sans"/>
                <a:sym typeface="DM Sans"/>
              </a:defRPr>
            </a:lvl4pPr>
            <a:lvl5pPr lvl="4" algn="ctr">
              <a:spcBef>
                <a:spcPts val="0"/>
              </a:spcBef>
              <a:spcAft>
                <a:spcPts val="0"/>
              </a:spcAft>
              <a:buClr>
                <a:schemeClr val="lt1"/>
              </a:buClr>
              <a:buSzPts val="1000"/>
              <a:buFont typeface="DM Sans"/>
              <a:buNone/>
              <a:defRPr sz="1000">
                <a:latin typeface="DM Sans"/>
                <a:ea typeface="DM Sans"/>
                <a:cs typeface="DM Sans"/>
                <a:sym typeface="DM Sans"/>
              </a:defRPr>
            </a:lvl5pPr>
            <a:lvl6pPr lvl="5" algn="ctr">
              <a:spcBef>
                <a:spcPts val="0"/>
              </a:spcBef>
              <a:spcAft>
                <a:spcPts val="0"/>
              </a:spcAft>
              <a:buClr>
                <a:schemeClr val="lt1"/>
              </a:buClr>
              <a:buSzPts val="1000"/>
              <a:buFont typeface="DM Sans"/>
              <a:buNone/>
              <a:defRPr sz="1000">
                <a:latin typeface="DM Sans"/>
                <a:ea typeface="DM Sans"/>
                <a:cs typeface="DM Sans"/>
                <a:sym typeface="DM Sans"/>
              </a:defRPr>
            </a:lvl6pPr>
            <a:lvl7pPr lvl="6" algn="ctr">
              <a:spcBef>
                <a:spcPts val="0"/>
              </a:spcBef>
              <a:spcAft>
                <a:spcPts val="0"/>
              </a:spcAft>
              <a:buClr>
                <a:schemeClr val="lt1"/>
              </a:buClr>
              <a:buSzPts val="1000"/>
              <a:buFont typeface="DM Sans"/>
              <a:buNone/>
              <a:defRPr sz="1000">
                <a:latin typeface="DM Sans"/>
                <a:ea typeface="DM Sans"/>
                <a:cs typeface="DM Sans"/>
                <a:sym typeface="DM Sans"/>
              </a:defRPr>
            </a:lvl7pPr>
            <a:lvl8pPr lvl="7" algn="ctr">
              <a:spcBef>
                <a:spcPts val="0"/>
              </a:spcBef>
              <a:spcAft>
                <a:spcPts val="0"/>
              </a:spcAft>
              <a:buClr>
                <a:schemeClr val="lt1"/>
              </a:buClr>
              <a:buSzPts val="1000"/>
              <a:buFont typeface="DM Sans"/>
              <a:buNone/>
              <a:defRPr sz="1000">
                <a:latin typeface="DM Sans"/>
                <a:ea typeface="DM Sans"/>
                <a:cs typeface="DM Sans"/>
                <a:sym typeface="DM Sans"/>
              </a:defRPr>
            </a:lvl8pPr>
            <a:lvl9pPr lvl="8" algn="ctr">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358" name="Google Shape;358;p35"/>
          <p:cNvSpPr/>
          <p:nvPr>
            <p:ph idx="5" type="pic"/>
          </p:nvPr>
        </p:nvSpPr>
        <p:spPr>
          <a:xfrm>
            <a:off x="447150" y="1418775"/>
            <a:ext cx="2064600" cy="2306100"/>
          </a:xfrm>
          <a:prstGeom prst="roundRect">
            <a:avLst>
              <a:gd fmla="val 15772" name="adj"/>
            </a:avLst>
          </a:prstGeom>
          <a:noFill/>
          <a:ln>
            <a:noFill/>
          </a:ln>
        </p:spPr>
      </p:sp>
      <p:sp>
        <p:nvSpPr>
          <p:cNvPr id="359" name="Google Shape;359;p35"/>
          <p:cNvSpPr/>
          <p:nvPr>
            <p:ph idx="6" type="pic"/>
          </p:nvPr>
        </p:nvSpPr>
        <p:spPr>
          <a:xfrm>
            <a:off x="6632250" y="1418775"/>
            <a:ext cx="2064600" cy="2306100"/>
          </a:xfrm>
          <a:prstGeom prst="roundRect">
            <a:avLst>
              <a:gd fmla="val 15772" name="adj"/>
            </a:avLst>
          </a:prstGeom>
          <a:noFill/>
          <a:ln>
            <a:noFill/>
          </a:ln>
        </p:spPr>
      </p:sp>
      <p:sp>
        <p:nvSpPr>
          <p:cNvPr id="360" name="Google Shape;360;p35"/>
          <p:cNvSpPr txBox="1"/>
          <p:nvPr>
            <p:ph idx="7"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700"/>
              <a:buFont typeface="DM Sans"/>
              <a:buNone/>
              <a:defRPr sz="700">
                <a:latin typeface="DM Sans"/>
                <a:ea typeface="DM Sans"/>
                <a:cs typeface="DM Sans"/>
                <a:sym typeface="DM Sans"/>
              </a:defRPr>
            </a:lvl1pPr>
            <a:lvl2pPr lvl="1">
              <a:spcBef>
                <a:spcPts val="0"/>
              </a:spcBef>
              <a:spcAft>
                <a:spcPts val="0"/>
              </a:spcAft>
              <a:buClr>
                <a:schemeClr val="lt1"/>
              </a:buClr>
              <a:buSzPts val="700"/>
              <a:buFont typeface="DM Sans"/>
              <a:buNone/>
              <a:defRPr sz="700">
                <a:latin typeface="DM Sans"/>
                <a:ea typeface="DM Sans"/>
                <a:cs typeface="DM Sans"/>
                <a:sym typeface="DM Sans"/>
              </a:defRPr>
            </a:lvl2pPr>
            <a:lvl3pPr lvl="2">
              <a:spcBef>
                <a:spcPts val="0"/>
              </a:spcBef>
              <a:spcAft>
                <a:spcPts val="0"/>
              </a:spcAft>
              <a:buClr>
                <a:schemeClr val="lt1"/>
              </a:buClr>
              <a:buSzPts val="700"/>
              <a:buFont typeface="DM Sans"/>
              <a:buNone/>
              <a:defRPr sz="700">
                <a:latin typeface="DM Sans"/>
                <a:ea typeface="DM Sans"/>
                <a:cs typeface="DM Sans"/>
                <a:sym typeface="DM Sans"/>
              </a:defRPr>
            </a:lvl3pPr>
            <a:lvl4pPr lvl="3">
              <a:spcBef>
                <a:spcPts val="0"/>
              </a:spcBef>
              <a:spcAft>
                <a:spcPts val="0"/>
              </a:spcAft>
              <a:buClr>
                <a:schemeClr val="lt1"/>
              </a:buClr>
              <a:buSzPts val="700"/>
              <a:buFont typeface="DM Sans"/>
              <a:buNone/>
              <a:defRPr sz="700">
                <a:latin typeface="DM Sans"/>
                <a:ea typeface="DM Sans"/>
                <a:cs typeface="DM Sans"/>
                <a:sym typeface="DM Sans"/>
              </a:defRPr>
            </a:lvl4pPr>
            <a:lvl5pPr lvl="4">
              <a:spcBef>
                <a:spcPts val="0"/>
              </a:spcBef>
              <a:spcAft>
                <a:spcPts val="0"/>
              </a:spcAft>
              <a:buClr>
                <a:schemeClr val="lt1"/>
              </a:buClr>
              <a:buSzPts val="700"/>
              <a:buFont typeface="DM Sans"/>
              <a:buNone/>
              <a:defRPr sz="700">
                <a:latin typeface="DM Sans"/>
                <a:ea typeface="DM Sans"/>
                <a:cs typeface="DM Sans"/>
                <a:sym typeface="DM Sans"/>
              </a:defRPr>
            </a:lvl5pPr>
            <a:lvl6pPr lvl="5">
              <a:spcBef>
                <a:spcPts val="0"/>
              </a:spcBef>
              <a:spcAft>
                <a:spcPts val="0"/>
              </a:spcAft>
              <a:buClr>
                <a:schemeClr val="lt1"/>
              </a:buClr>
              <a:buSzPts val="700"/>
              <a:buFont typeface="DM Sans"/>
              <a:buNone/>
              <a:defRPr sz="700">
                <a:latin typeface="DM Sans"/>
                <a:ea typeface="DM Sans"/>
                <a:cs typeface="DM Sans"/>
                <a:sym typeface="DM Sans"/>
              </a:defRPr>
            </a:lvl6pPr>
            <a:lvl7pPr lvl="6">
              <a:spcBef>
                <a:spcPts val="0"/>
              </a:spcBef>
              <a:spcAft>
                <a:spcPts val="0"/>
              </a:spcAft>
              <a:buClr>
                <a:schemeClr val="lt1"/>
              </a:buClr>
              <a:buSzPts val="700"/>
              <a:buFont typeface="DM Sans"/>
              <a:buNone/>
              <a:defRPr sz="700">
                <a:latin typeface="DM Sans"/>
                <a:ea typeface="DM Sans"/>
                <a:cs typeface="DM Sans"/>
                <a:sym typeface="DM Sans"/>
              </a:defRPr>
            </a:lvl7pPr>
            <a:lvl8pPr lvl="7">
              <a:spcBef>
                <a:spcPts val="0"/>
              </a:spcBef>
              <a:spcAft>
                <a:spcPts val="0"/>
              </a:spcAft>
              <a:buClr>
                <a:schemeClr val="lt1"/>
              </a:buClr>
              <a:buSzPts val="700"/>
              <a:buFont typeface="DM Sans"/>
              <a:buNone/>
              <a:defRPr sz="700">
                <a:latin typeface="DM Sans"/>
                <a:ea typeface="DM Sans"/>
                <a:cs typeface="DM Sans"/>
                <a:sym typeface="DM Sans"/>
              </a:defRPr>
            </a:lvl8pPr>
            <a:lvl9pPr lvl="8">
              <a:spcBef>
                <a:spcPts val="0"/>
              </a:spcBef>
              <a:spcAft>
                <a:spcPts val="0"/>
              </a:spcAft>
              <a:buClr>
                <a:schemeClr val="lt1"/>
              </a:buClr>
              <a:buSzPts val="700"/>
              <a:buFont typeface="DM Sans"/>
              <a:buNone/>
              <a:defRPr sz="700">
                <a:latin typeface="DM Sans"/>
                <a:ea typeface="DM Sans"/>
                <a:cs typeface="DM Sans"/>
                <a:sym typeface="DM Sans"/>
              </a:defRPr>
            </a:lvl9pPr>
          </a:lstStyle>
          <a:p/>
        </p:txBody>
      </p:sp>
      <p:sp>
        <p:nvSpPr>
          <p:cNvPr id="361" name="Google Shape;361;p35"/>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lt1"/>
                </a:solidFill>
                <a:latin typeface="DM Sans"/>
                <a:ea typeface="DM Sans"/>
                <a:cs typeface="DM Sans"/>
                <a:sym typeface="DM Sans"/>
              </a:rPr>
              <a:t>‹#›</a:t>
            </a:fld>
            <a:endParaRPr sz="700">
              <a:solidFill>
                <a:schemeClr val="lt1"/>
              </a:solidFill>
              <a:latin typeface="DM Sans"/>
              <a:ea typeface="DM Sans"/>
              <a:cs typeface="DM Sans"/>
              <a:sym typeface="DM San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ge purple">
  <p:cSld name="CUSTOM_1_1_1">
    <p:bg>
      <p:bgPr>
        <a:solidFill>
          <a:schemeClr val="lt2"/>
        </a:solidFill>
      </p:bgPr>
    </p:bg>
    <p:spTree>
      <p:nvGrpSpPr>
        <p:cNvPr id="362" name="Shape 362"/>
        <p:cNvGrpSpPr/>
        <p:nvPr/>
      </p:nvGrpSpPr>
      <p:grpSpPr>
        <a:xfrm>
          <a:off x="0" y="0"/>
          <a:ext cx="0" cy="0"/>
          <a:chOff x="0" y="0"/>
          <a:chExt cx="0" cy="0"/>
        </a:xfrm>
      </p:grpSpPr>
      <p:sp>
        <p:nvSpPr>
          <p:cNvPr id="363" name="Google Shape;363;p36"/>
          <p:cNvSpPr/>
          <p:nvPr>
            <p:ph idx="2" type="pic"/>
          </p:nvPr>
        </p:nvSpPr>
        <p:spPr>
          <a:xfrm>
            <a:off x="3539700" y="1418775"/>
            <a:ext cx="2064600" cy="2306100"/>
          </a:xfrm>
          <a:prstGeom prst="roundRect">
            <a:avLst>
              <a:gd fmla="val 15772" name="adj"/>
            </a:avLst>
          </a:prstGeom>
          <a:noFill/>
          <a:ln>
            <a:noFill/>
          </a:ln>
        </p:spPr>
      </p:sp>
      <p:sp>
        <p:nvSpPr>
          <p:cNvPr id="364" name="Google Shape;364;p36"/>
          <p:cNvSpPr txBox="1"/>
          <p:nvPr>
            <p:ph type="title"/>
          </p:nvPr>
        </p:nvSpPr>
        <p:spPr>
          <a:xfrm>
            <a:off x="228600" y="460100"/>
            <a:ext cx="8686800" cy="587700"/>
          </a:xfrm>
          <a:prstGeom prst="rect">
            <a:avLst/>
          </a:prstGeom>
        </p:spPr>
        <p:txBody>
          <a:bodyPr anchorCtr="0" anchor="t" bIns="91425" lIns="91425" spcFirstLastPara="1" rIns="91425" wrap="square" tIns="0">
            <a:spAutoFit/>
          </a:bodyPr>
          <a:lstStyle>
            <a:lvl1pPr lvl="0" algn="ctr">
              <a:lnSpc>
                <a:spcPct val="70000"/>
              </a:lnSpc>
              <a:spcBef>
                <a:spcPts val="0"/>
              </a:spcBef>
              <a:spcAft>
                <a:spcPts val="0"/>
              </a:spcAft>
              <a:buNone/>
              <a:defRPr sz="2800"/>
            </a:lvl1pPr>
            <a:lvl2pPr lvl="1">
              <a:lnSpc>
                <a:spcPct val="115000"/>
              </a:lnSpc>
              <a:spcBef>
                <a:spcPts val="0"/>
              </a:spcBef>
              <a:spcAft>
                <a:spcPts val="0"/>
              </a:spcAft>
              <a:buNone/>
              <a:defRPr sz="2800"/>
            </a:lvl2pPr>
            <a:lvl3pPr lvl="2">
              <a:lnSpc>
                <a:spcPct val="115000"/>
              </a:lnSpc>
              <a:spcBef>
                <a:spcPts val="0"/>
              </a:spcBef>
              <a:spcAft>
                <a:spcPts val="0"/>
              </a:spcAft>
              <a:buNone/>
              <a:defRPr sz="2800"/>
            </a:lvl3pPr>
            <a:lvl4pPr lvl="3">
              <a:lnSpc>
                <a:spcPct val="115000"/>
              </a:lnSpc>
              <a:spcBef>
                <a:spcPts val="0"/>
              </a:spcBef>
              <a:spcAft>
                <a:spcPts val="0"/>
              </a:spcAft>
              <a:buNone/>
              <a:defRPr sz="2800"/>
            </a:lvl4pPr>
            <a:lvl5pPr lvl="4">
              <a:lnSpc>
                <a:spcPct val="115000"/>
              </a:lnSpc>
              <a:spcBef>
                <a:spcPts val="0"/>
              </a:spcBef>
              <a:spcAft>
                <a:spcPts val="0"/>
              </a:spcAft>
              <a:buNone/>
              <a:defRPr sz="2800"/>
            </a:lvl5pPr>
            <a:lvl6pPr lvl="5">
              <a:lnSpc>
                <a:spcPct val="115000"/>
              </a:lnSpc>
              <a:spcBef>
                <a:spcPts val="0"/>
              </a:spcBef>
              <a:spcAft>
                <a:spcPts val="0"/>
              </a:spcAft>
              <a:buNone/>
              <a:defRPr sz="2800"/>
            </a:lvl6pPr>
            <a:lvl7pPr lvl="6">
              <a:lnSpc>
                <a:spcPct val="115000"/>
              </a:lnSpc>
              <a:spcBef>
                <a:spcPts val="0"/>
              </a:spcBef>
              <a:spcAft>
                <a:spcPts val="0"/>
              </a:spcAft>
              <a:buNone/>
              <a:defRPr sz="2800"/>
            </a:lvl7pPr>
            <a:lvl8pPr lvl="7">
              <a:lnSpc>
                <a:spcPct val="115000"/>
              </a:lnSpc>
              <a:spcBef>
                <a:spcPts val="0"/>
              </a:spcBef>
              <a:spcAft>
                <a:spcPts val="0"/>
              </a:spcAft>
              <a:buNone/>
              <a:defRPr sz="2800"/>
            </a:lvl8pPr>
            <a:lvl9pPr lvl="8">
              <a:lnSpc>
                <a:spcPct val="115000"/>
              </a:lnSpc>
              <a:spcBef>
                <a:spcPts val="0"/>
              </a:spcBef>
              <a:spcAft>
                <a:spcPts val="0"/>
              </a:spcAft>
              <a:buNone/>
              <a:defRPr sz="2800"/>
            </a:lvl9pPr>
          </a:lstStyle>
          <a:p/>
        </p:txBody>
      </p:sp>
      <p:sp>
        <p:nvSpPr>
          <p:cNvPr id="365" name="Google Shape;365;p36"/>
          <p:cNvSpPr txBox="1"/>
          <p:nvPr>
            <p:ph idx="1" type="subTitle"/>
          </p:nvPr>
        </p:nvSpPr>
        <p:spPr>
          <a:xfrm>
            <a:off x="228600" y="3953475"/>
            <a:ext cx="2501700" cy="730200"/>
          </a:xfrm>
          <a:prstGeom prst="rect">
            <a:avLst/>
          </a:prstGeom>
        </p:spPr>
        <p:txBody>
          <a:bodyPr anchorCtr="0" anchor="t" bIns="0" lIns="0" spcFirstLastPara="1" rIns="0" wrap="square" tIns="0">
            <a:noAutofit/>
          </a:bodyPr>
          <a:lstStyle>
            <a:lvl1pPr lvl="0" algn="ctr">
              <a:spcBef>
                <a:spcPts val="0"/>
              </a:spcBef>
              <a:spcAft>
                <a:spcPts val="0"/>
              </a:spcAft>
              <a:buNone/>
              <a:defRPr sz="1000">
                <a:latin typeface="DM Sans"/>
                <a:ea typeface="DM Sans"/>
                <a:cs typeface="DM Sans"/>
                <a:sym typeface="DM Sans"/>
              </a:defRPr>
            </a:lvl1pPr>
            <a:lvl2pPr lvl="1" algn="ctr">
              <a:spcBef>
                <a:spcPts val="0"/>
              </a:spcBef>
              <a:spcAft>
                <a:spcPts val="0"/>
              </a:spcAft>
              <a:buClr>
                <a:schemeClr val="lt1"/>
              </a:buClr>
              <a:buSzPts val="1000"/>
              <a:buFont typeface="DM Sans"/>
              <a:buNone/>
              <a:defRPr sz="1000">
                <a:latin typeface="DM Sans"/>
                <a:ea typeface="DM Sans"/>
                <a:cs typeface="DM Sans"/>
                <a:sym typeface="DM Sans"/>
              </a:defRPr>
            </a:lvl2pPr>
            <a:lvl3pPr lvl="2" algn="ctr">
              <a:spcBef>
                <a:spcPts val="0"/>
              </a:spcBef>
              <a:spcAft>
                <a:spcPts val="0"/>
              </a:spcAft>
              <a:buClr>
                <a:schemeClr val="lt1"/>
              </a:buClr>
              <a:buSzPts val="1000"/>
              <a:buFont typeface="DM Sans"/>
              <a:buNone/>
              <a:defRPr sz="1000">
                <a:latin typeface="DM Sans"/>
                <a:ea typeface="DM Sans"/>
                <a:cs typeface="DM Sans"/>
                <a:sym typeface="DM Sans"/>
              </a:defRPr>
            </a:lvl3pPr>
            <a:lvl4pPr lvl="3" algn="ctr">
              <a:spcBef>
                <a:spcPts val="0"/>
              </a:spcBef>
              <a:spcAft>
                <a:spcPts val="0"/>
              </a:spcAft>
              <a:buClr>
                <a:schemeClr val="lt1"/>
              </a:buClr>
              <a:buSzPts val="1000"/>
              <a:buFont typeface="DM Sans"/>
              <a:buNone/>
              <a:defRPr sz="1000">
                <a:latin typeface="DM Sans"/>
                <a:ea typeface="DM Sans"/>
                <a:cs typeface="DM Sans"/>
                <a:sym typeface="DM Sans"/>
              </a:defRPr>
            </a:lvl4pPr>
            <a:lvl5pPr lvl="4" algn="ctr">
              <a:spcBef>
                <a:spcPts val="0"/>
              </a:spcBef>
              <a:spcAft>
                <a:spcPts val="0"/>
              </a:spcAft>
              <a:buClr>
                <a:schemeClr val="lt1"/>
              </a:buClr>
              <a:buSzPts val="1000"/>
              <a:buFont typeface="DM Sans"/>
              <a:buNone/>
              <a:defRPr sz="1000">
                <a:latin typeface="DM Sans"/>
                <a:ea typeface="DM Sans"/>
                <a:cs typeface="DM Sans"/>
                <a:sym typeface="DM Sans"/>
              </a:defRPr>
            </a:lvl5pPr>
            <a:lvl6pPr lvl="5" algn="ctr">
              <a:spcBef>
                <a:spcPts val="0"/>
              </a:spcBef>
              <a:spcAft>
                <a:spcPts val="0"/>
              </a:spcAft>
              <a:buClr>
                <a:schemeClr val="lt1"/>
              </a:buClr>
              <a:buSzPts val="1000"/>
              <a:buFont typeface="DM Sans"/>
              <a:buNone/>
              <a:defRPr sz="1000">
                <a:latin typeface="DM Sans"/>
                <a:ea typeface="DM Sans"/>
                <a:cs typeface="DM Sans"/>
                <a:sym typeface="DM Sans"/>
              </a:defRPr>
            </a:lvl6pPr>
            <a:lvl7pPr lvl="6" algn="ctr">
              <a:spcBef>
                <a:spcPts val="0"/>
              </a:spcBef>
              <a:spcAft>
                <a:spcPts val="0"/>
              </a:spcAft>
              <a:buClr>
                <a:schemeClr val="lt1"/>
              </a:buClr>
              <a:buSzPts val="1000"/>
              <a:buFont typeface="DM Sans"/>
              <a:buNone/>
              <a:defRPr sz="1000">
                <a:latin typeface="DM Sans"/>
                <a:ea typeface="DM Sans"/>
                <a:cs typeface="DM Sans"/>
                <a:sym typeface="DM Sans"/>
              </a:defRPr>
            </a:lvl7pPr>
            <a:lvl8pPr lvl="7" algn="ctr">
              <a:spcBef>
                <a:spcPts val="0"/>
              </a:spcBef>
              <a:spcAft>
                <a:spcPts val="0"/>
              </a:spcAft>
              <a:buClr>
                <a:schemeClr val="lt1"/>
              </a:buClr>
              <a:buSzPts val="1000"/>
              <a:buFont typeface="DM Sans"/>
              <a:buNone/>
              <a:defRPr sz="1000">
                <a:latin typeface="DM Sans"/>
                <a:ea typeface="DM Sans"/>
                <a:cs typeface="DM Sans"/>
                <a:sym typeface="DM Sans"/>
              </a:defRPr>
            </a:lvl8pPr>
            <a:lvl9pPr lvl="8" algn="ctr">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366" name="Google Shape;366;p36"/>
          <p:cNvSpPr txBox="1"/>
          <p:nvPr>
            <p:ph idx="3" type="subTitle"/>
          </p:nvPr>
        </p:nvSpPr>
        <p:spPr>
          <a:xfrm>
            <a:off x="6413700" y="3953475"/>
            <a:ext cx="2501700" cy="730200"/>
          </a:xfrm>
          <a:prstGeom prst="rect">
            <a:avLst/>
          </a:prstGeom>
        </p:spPr>
        <p:txBody>
          <a:bodyPr anchorCtr="0" anchor="t" bIns="0" lIns="0" spcFirstLastPara="1" rIns="0" wrap="square" tIns="0">
            <a:noAutofit/>
          </a:bodyPr>
          <a:lstStyle>
            <a:lvl1pPr lvl="0" algn="ctr">
              <a:spcBef>
                <a:spcPts val="0"/>
              </a:spcBef>
              <a:spcAft>
                <a:spcPts val="0"/>
              </a:spcAft>
              <a:buNone/>
              <a:defRPr sz="1000">
                <a:latin typeface="DM Sans"/>
                <a:ea typeface="DM Sans"/>
                <a:cs typeface="DM Sans"/>
                <a:sym typeface="DM Sans"/>
              </a:defRPr>
            </a:lvl1pPr>
            <a:lvl2pPr lvl="1" algn="ctr">
              <a:spcBef>
                <a:spcPts val="0"/>
              </a:spcBef>
              <a:spcAft>
                <a:spcPts val="0"/>
              </a:spcAft>
              <a:buClr>
                <a:schemeClr val="lt1"/>
              </a:buClr>
              <a:buSzPts val="1000"/>
              <a:buFont typeface="DM Sans"/>
              <a:buNone/>
              <a:defRPr sz="1000">
                <a:latin typeface="DM Sans"/>
                <a:ea typeface="DM Sans"/>
                <a:cs typeface="DM Sans"/>
                <a:sym typeface="DM Sans"/>
              </a:defRPr>
            </a:lvl2pPr>
            <a:lvl3pPr lvl="2" algn="ctr">
              <a:spcBef>
                <a:spcPts val="0"/>
              </a:spcBef>
              <a:spcAft>
                <a:spcPts val="0"/>
              </a:spcAft>
              <a:buClr>
                <a:schemeClr val="lt1"/>
              </a:buClr>
              <a:buSzPts val="1000"/>
              <a:buFont typeface="DM Sans"/>
              <a:buNone/>
              <a:defRPr sz="1000">
                <a:latin typeface="DM Sans"/>
                <a:ea typeface="DM Sans"/>
                <a:cs typeface="DM Sans"/>
                <a:sym typeface="DM Sans"/>
              </a:defRPr>
            </a:lvl3pPr>
            <a:lvl4pPr lvl="3" algn="ctr">
              <a:spcBef>
                <a:spcPts val="0"/>
              </a:spcBef>
              <a:spcAft>
                <a:spcPts val="0"/>
              </a:spcAft>
              <a:buClr>
                <a:schemeClr val="lt1"/>
              </a:buClr>
              <a:buSzPts val="1000"/>
              <a:buFont typeface="DM Sans"/>
              <a:buNone/>
              <a:defRPr sz="1000">
                <a:latin typeface="DM Sans"/>
                <a:ea typeface="DM Sans"/>
                <a:cs typeface="DM Sans"/>
                <a:sym typeface="DM Sans"/>
              </a:defRPr>
            </a:lvl4pPr>
            <a:lvl5pPr lvl="4" algn="ctr">
              <a:spcBef>
                <a:spcPts val="0"/>
              </a:spcBef>
              <a:spcAft>
                <a:spcPts val="0"/>
              </a:spcAft>
              <a:buClr>
                <a:schemeClr val="lt1"/>
              </a:buClr>
              <a:buSzPts val="1000"/>
              <a:buFont typeface="DM Sans"/>
              <a:buNone/>
              <a:defRPr sz="1000">
                <a:latin typeface="DM Sans"/>
                <a:ea typeface="DM Sans"/>
                <a:cs typeface="DM Sans"/>
                <a:sym typeface="DM Sans"/>
              </a:defRPr>
            </a:lvl5pPr>
            <a:lvl6pPr lvl="5" algn="ctr">
              <a:spcBef>
                <a:spcPts val="0"/>
              </a:spcBef>
              <a:spcAft>
                <a:spcPts val="0"/>
              </a:spcAft>
              <a:buClr>
                <a:schemeClr val="lt1"/>
              </a:buClr>
              <a:buSzPts val="1000"/>
              <a:buFont typeface="DM Sans"/>
              <a:buNone/>
              <a:defRPr sz="1000">
                <a:latin typeface="DM Sans"/>
                <a:ea typeface="DM Sans"/>
                <a:cs typeface="DM Sans"/>
                <a:sym typeface="DM Sans"/>
              </a:defRPr>
            </a:lvl6pPr>
            <a:lvl7pPr lvl="6" algn="ctr">
              <a:spcBef>
                <a:spcPts val="0"/>
              </a:spcBef>
              <a:spcAft>
                <a:spcPts val="0"/>
              </a:spcAft>
              <a:buClr>
                <a:schemeClr val="lt1"/>
              </a:buClr>
              <a:buSzPts val="1000"/>
              <a:buFont typeface="DM Sans"/>
              <a:buNone/>
              <a:defRPr sz="1000">
                <a:latin typeface="DM Sans"/>
                <a:ea typeface="DM Sans"/>
                <a:cs typeface="DM Sans"/>
                <a:sym typeface="DM Sans"/>
              </a:defRPr>
            </a:lvl7pPr>
            <a:lvl8pPr lvl="7" algn="ctr">
              <a:spcBef>
                <a:spcPts val="0"/>
              </a:spcBef>
              <a:spcAft>
                <a:spcPts val="0"/>
              </a:spcAft>
              <a:buClr>
                <a:schemeClr val="lt1"/>
              </a:buClr>
              <a:buSzPts val="1000"/>
              <a:buFont typeface="DM Sans"/>
              <a:buNone/>
              <a:defRPr sz="1000">
                <a:latin typeface="DM Sans"/>
                <a:ea typeface="DM Sans"/>
                <a:cs typeface="DM Sans"/>
                <a:sym typeface="DM Sans"/>
              </a:defRPr>
            </a:lvl8pPr>
            <a:lvl9pPr lvl="8" algn="ctr">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367" name="Google Shape;367;p36"/>
          <p:cNvSpPr txBox="1"/>
          <p:nvPr>
            <p:ph idx="4" type="subTitle"/>
          </p:nvPr>
        </p:nvSpPr>
        <p:spPr>
          <a:xfrm>
            <a:off x="3321150" y="3953475"/>
            <a:ext cx="2501700" cy="730200"/>
          </a:xfrm>
          <a:prstGeom prst="rect">
            <a:avLst/>
          </a:prstGeom>
        </p:spPr>
        <p:txBody>
          <a:bodyPr anchorCtr="0" anchor="t" bIns="0" lIns="0" spcFirstLastPara="1" rIns="0" wrap="square" tIns="0">
            <a:noAutofit/>
          </a:bodyPr>
          <a:lstStyle>
            <a:lvl1pPr lvl="0" algn="ctr">
              <a:spcBef>
                <a:spcPts val="0"/>
              </a:spcBef>
              <a:spcAft>
                <a:spcPts val="0"/>
              </a:spcAft>
              <a:buNone/>
              <a:defRPr sz="1000">
                <a:latin typeface="DM Sans"/>
                <a:ea typeface="DM Sans"/>
                <a:cs typeface="DM Sans"/>
                <a:sym typeface="DM Sans"/>
              </a:defRPr>
            </a:lvl1pPr>
            <a:lvl2pPr lvl="1" algn="ctr">
              <a:spcBef>
                <a:spcPts val="0"/>
              </a:spcBef>
              <a:spcAft>
                <a:spcPts val="0"/>
              </a:spcAft>
              <a:buClr>
                <a:schemeClr val="lt1"/>
              </a:buClr>
              <a:buSzPts val="1000"/>
              <a:buFont typeface="DM Sans"/>
              <a:buNone/>
              <a:defRPr sz="1000">
                <a:latin typeface="DM Sans"/>
                <a:ea typeface="DM Sans"/>
                <a:cs typeface="DM Sans"/>
                <a:sym typeface="DM Sans"/>
              </a:defRPr>
            </a:lvl2pPr>
            <a:lvl3pPr lvl="2" algn="ctr">
              <a:spcBef>
                <a:spcPts val="0"/>
              </a:spcBef>
              <a:spcAft>
                <a:spcPts val="0"/>
              </a:spcAft>
              <a:buClr>
                <a:schemeClr val="lt1"/>
              </a:buClr>
              <a:buSzPts val="1000"/>
              <a:buFont typeface="DM Sans"/>
              <a:buNone/>
              <a:defRPr sz="1000">
                <a:latin typeface="DM Sans"/>
                <a:ea typeface="DM Sans"/>
                <a:cs typeface="DM Sans"/>
                <a:sym typeface="DM Sans"/>
              </a:defRPr>
            </a:lvl3pPr>
            <a:lvl4pPr lvl="3" algn="ctr">
              <a:spcBef>
                <a:spcPts val="0"/>
              </a:spcBef>
              <a:spcAft>
                <a:spcPts val="0"/>
              </a:spcAft>
              <a:buClr>
                <a:schemeClr val="lt1"/>
              </a:buClr>
              <a:buSzPts val="1000"/>
              <a:buFont typeface="DM Sans"/>
              <a:buNone/>
              <a:defRPr sz="1000">
                <a:latin typeface="DM Sans"/>
                <a:ea typeface="DM Sans"/>
                <a:cs typeface="DM Sans"/>
                <a:sym typeface="DM Sans"/>
              </a:defRPr>
            </a:lvl4pPr>
            <a:lvl5pPr lvl="4" algn="ctr">
              <a:spcBef>
                <a:spcPts val="0"/>
              </a:spcBef>
              <a:spcAft>
                <a:spcPts val="0"/>
              </a:spcAft>
              <a:buClr>
                <a:schemeClr val="lt1"/>
              </a:buClr>
              <a:buSzPts val="1000"/>
              <a:buFont typeface="DM Sans"/>
              <a:buNone/>
              <a:defRPr sz="1000">
                <a:latin typeface="DM Sans"/>
                <a:ea typeface="DM Sans"/>
                <a:cs typeface="DM Sans"/>
                <a:sym typeface="DM Sans"/>
              </a:defRPr>
            </a:lvl5pPr>
            <a:lvl6pPr lvl="5" algn="ctr">
              <a:spcBef>
                <a:spcPts val="0"/>
              </a:spcBef>
              <a:spcAft>
                <a:spcPts val="0"/>
              </a:spcAft>
              <a:buClr>
                <a:schemeClr val="lt1"/>
              </a:buClr>
              <a:buSzPts val="1000"/>
              <a:buFont typeface="DM Sans"/>
              <a:buNone/>
              <a:defRPr sz="1000">
                <a:latin typeface="DM Sans"/>
                <a:ea typeface="DM Sans"/>
                <a:cs typeface="DM Sans"/>
                <a:sym typeface="DM Sans"/>
              </a:defRPr>
            </a:lvl6pPr>
            <a:lvl7pPr lvl="6" algn="ctr">
              <a:spcBef>
                <a:spcPts val="0"/>
              </a:spcBef>
              <a:spcAft>
                <a:spcPts val="0"/>
              </a:spcAft>
              <a:buClr>
                <a:schemeClr val="lt1"/>
              </a:buClr>
              <a:buSzPts val="1000"/>
              <a:buFont typeface="DM Sans"/>
              <a:buNone/>
              <a:defRPr sz="1000">
                <a:latin typeface="DM Sans"/>
                <a:ea typeface="DM Sans"/>
                <a:cs typeface="DM Sans"/>
                <a:sym typeface="DM Sans"/>
              </a:defRPr>
            </a:lvl7pPr>
            <a:lvl8pPr lvl="7" algn="ctr">
              <a:spcBef>
                <a:spcPts val="0"/>
              </a:spcBef>
              <a:spcAft>
                <a:spcPts val="0"/>
              </a:spcAft>
              <a:buClr>
                <a:schemeClr val="lt1"/>
              </a:buClr>
              <a:buSzPts val="1000"/>
              <a:buFont typeface="DM Sans"/>
              <a:buNone/>
              <a:defRPr sz="1000">
                <a:latin typeface="DM Sans"/>
                <a:ea typeface="DM Sans"/>
                <a:cs typeface="DM Sans"/>
                <a:sym typeface="DM Sans"/>
              </a:defRPr>
            </a:lvl8pPr>
            <a:lvl9pPr lvl="8" algn="ctr">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368" name="Google Shape;368;p36"/>
          <p:cNvSpPr/>
          <p:nvPr>
            <p:ph idx="5" type="pic"/>
          </p:nvPr>
        </p:nvSpPr>
        <p:spPr>
          <a:xfrm>
            <a:off x="447150" y="1418775"/>
            <a:ext cx="2064600" cy="2306100"/>
          </a:xfrm>
          <a:prstGeom prst="roundRect">
            <a:avLst>
              <a:gd fmla="val 15772" name="adj"/>
            </a:avLst>
          </a:prstGeom>
          <a:noFill/>
          <a:ln>
            <a:noFill/>
          </a:ln>
        </p:spPr>
      </p:sp>
      <p:sp>
        <p:nvSpPr>
          <p:cNvPr id="369" name="Google Shape;369;p36"/>
          <p:cNvSpPr/>
          <p:nvPr>
            <p:ph idx="6" type="pic"/>
          </p:nvPr>
        </p:nvSpPr>
        <p:spPr>
          <a:xfrm>
            <a:off x="6632250" y="1418775"/>
            <a:ext cx="2064600" cy="2306100"/>
          </a:xfrm>
          <a:prstGeom prst="roundRect">
            <a:avLst>
              <a:gd fmla="val 15772" name="adj"/>
            </a:avLst>
          </a:prstGeom>
          <a:noFill/>
          <a:ln>
            <a:noFill/>
          </a:ln>
        </p:spPr>
      </p:sp>
      <p:sp>
        <p:nvSpPr>
          <p:cNvPr id="370" name="Google Shape;370;p36"/>
          <p:cNvSpPr txBox="1"/>
          <p:nvPr>
            <p:ph idx="7"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700"/>
              <a:buFont typeface="DM Sans"/>
              <a:buNone/>
              <a:defRPr sz="700">
                <a:latin typeface="DM Sans"/>
                <a:ea typeface="DM Sans"/>
                <a:cs typeface="DM Sans"/>
                <a:sym typeface="DM Sans"/>
              </a:defRPr>
            </a:lvl1pPr>
            <a:lvl2pPr lvl="1">
              <a:spcBef>
                <a:spcPts val="0"/>
              </a:spcBef>
              <a:spcAft>
                <a:spcPts val="0"/>
              </a:spcAft>
              <a:buClr>
                <a:schemeClr val="lt1"/>
              </a:buClr>
              <a:buSzPts val="700"/>
              <a:buFont typeface="DM Sans"/>
              <a:buNone/>
              <a:defRPr sz="700">
                <a:latin typeface="DM Sans"/>
                <a:ea typeface="DM Sans"/>
                <a:cs typeface="DM Sans"/>
                <a:sym typeface="DM Sans"/>
              </a:defRPr>
            </a:lvl2pPr>
            <a:lvl3pPr lvl="2">
              <a:spcBef>
                <a:spcPts val="0"/>
              </a:spcBef>
              <a:spcAft>
                <a:spcPts val="0"/>
              </a:spcAft>
              <a:buClr>
                <a:schemeClr val="lt1"/>
              </a:buClr>
              <a:buSzPts val="700"/>
              <a:buFont typeface="DM Sans"/>
              <a:buNone/>
              <a:defRPr sz="700">
                <a:latin typeface="DM Sans"/>
                <a:ea typeface="DM Sans"/>
                <a:cs typeface="DM Sans"/>
                <a:sym typeface="DM Sans"/>
              </a:defRPr>
            </a:lvl3pPr>
            <a:lvl4pPr lvl="3">
              <a:spcBef>
                <a:spcPts val="0"/>
              </a:spcBef>
              <a:spcAft>
                <a:spcPts val="0"/>
              </a:spcAft>
              <a:buClr>
                <a:schemeClr val="lt1"/>
              </a:buClr>
              <a:buSzPts val="700"/>
              <a:buFont typeface="DM Sans"/>
              <a:buNone/>
              <a:defRPr sz="700">
                <a:latin typeface="DM Sans"/>
                <a:ea typeface="DM Sans"/>
                <a:cs typeface="DM Sans"/>
                <a:sym typeface="DM Sans"/>
              </a:defRPr>
            </a:lvl4pPr>
            <a:lvl5pPr lvl="4">
              <a:spcBef>
                <a:spcPts val="0"/>
              </a:spcBef>
              <a:spcAft>
                <a:spcPts val="0"/>
              </a:spcAft>
              <a:buClr>
                <a:schemeClr val="lt1"/>
              </a:buClr>
              <a:buSzPts val="700"/>
              <a:buFont typeface="DM Sans"/>
              <a:buNone/>
              <a:defRPr sz="700">
                <a:latin typeface="DM Sans"/>
                <a:ea typeface="DM Sans"/>
                <a:cs typeface="DM Sans"/>
                <a:sym typeface="DM Sans"/>
              </a:defRPr>
            </a:lvl5pPr>
            <a:lvl6pPr lvl="5">
              <a:spcBef>
                <a:spcPts val="0"/>
              </a:spcBef>
              <a:spcAft>
                <a:spcPts val="0"/>
              </a:spcAft>
              <a:buClr>
                <a:schemeClr val="lt1"/>
              </a:buClr>
              <a:buSzPts val="700"/>
              <a:buFont typeface="DM Sans"/>
              <a:buNone/>
              <a:defRPr sz="700">
                <a:latin typeface="DM Sans"/>
                <a:ea typeface="DM Sans"/>
                <a:cs typeface="DM Sans"/>
                <a:sym typeface="DM Sans"/>
              </a:defRPr>
            </a:lvl6pPr>
            <a:lvl7pPr lvl="6">
              <a:spcBef>
                <a:spcPts val="0"/>
              </a:spcBef>
              <a:spcAft>
                <a:spcPts val="0"/>
              </a:spcAft>
              <a:buClr>
                <a:schemeClr val="lt1"/>
              </a:buClr>
              <a:buSzPts val="700"/>
              <a:buFont typeface="DM Sans"/>
              <a:buNone/>
              <a:defRPr sz="700">
                <a:latin typeface="DM Sans"/>
                <a:ea typeface="DM Sans"/>
                <a:cs typeface="DM Sans"/>
                <a:sym typeface="DM Sans"/>
              </a:defRPr>
            </a:lvl7pPr>
            <a:lvl8pPr lvl="7">
              <a:spcBef>
                <a:spcPts val="0"/>
              </a:spcBef>
              <a:spcAft>
                <a:spcPts val="0"/>
              </a:spcAft>
              <a:buClr>
                <a:schemeClr val="lt1"/>
              </a:buClr>
              <a:buSzPts val="700"/>
              <a:buFont typeface="DM Sans"/>
              <a:buNone/>
              <a:defRPr sz="700">
                <a:latin typeface="DM Sans"/>
                <a:ea typeface="DM Sans"/>
                <a:cs typeface="DM Sans"/>
                <a:sym typeface="DM Sans"/>
              </a:defRPr>
            </a:lvl8pPr>
            <a:lvl9pPr lvl="8">
              <a:spcBef>
                <a:spcPts val="0"/>
              </a:spcBef>
              <a:spcAft>
                <a:spcPts val="0"/>
              </a:spcAft>
              <a:buClr>
                <a:schemeClr val="lt1"/>
              </a:buClr>
              <a:buSzPts val="700"/>
              <a:buFont typeface="DM Sans"/>
              <a:buNone/>
              <a:defRPr sz="700">
                <a:latin typeface="DM Sans"/>
                <a:ea typeface="DM Sans"/>
                <a:cs typeface="DM Sans"/>
                <a:sym typeface="DM Sans"/>
              </a:defRPr>
            </a:lvl9pPr>
          </a:lstStyle>
          <a:p/>
        </p:txBody>
      </p:sp>
      <p:sp>
        <p:nvSpPr>
          <p:cNvPr id="371" name="Google Shape;371;p36"/>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lt1"/>
                </a:solidFill>
                <a:latin typeface="DM Sans"/>
                <a:ea typeface="DM Sans"/>
                <a:cs typeface="DM Sans"/>
                <a:sym typeface="DM Sans"/>
              </a:rPr>
              <a:t>‹#›</a:t>
            </a:fld>
            <a:endParaRPr sz="700">
              <a:solidFill>
                <a:schemeClr val="lt1"/>
              </a:solidFill>
              <a:latin typeface="DM Sans"/>
              <a:ea typeface="DM Sans"/>
              <a:cs typeface="DM Sans"/>
              <a:sym typeface="DM San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oints">
  <p:cSld name="CUSTOM_1_1_1_1">
    <p:spTree>
      <p:nvGrpSpPr>
        <p:cNvPr id="372" name="Shape 372"/>
        <p:cNvGrpSpPr/>
        <p:nvPr/>
      </p:nvGrpSpPr>
      <p:grpSpPr>
        <a:xfrm>
          <a:off x="0" y="0"/>
          <a:ext cx="0" cy="0"/>
          <a:chOff x="0" y="0"/>
          <a:chExt cx="0" cy="0"/>
        </a:xfrm>
      </p:grpSpPr>
      <p:sp>
        <p:nvSpPr>
          <p:cNvPr id="373" name="Google Shape;373;p37"/>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374" name="Google Shape;374;p37"/>
          <p:cNvSpPr txBox="1"/>
          <p:nvPr>
            <p:ph type="title"/>
          </p:nvPr>
        </p:nvSpPr>
        <p:spPr>
          <a:xfrm>
            <a:off x="228600" y="460100"/>
            <a:ext cx="8686800" cy="587700"/>
          </a:xfrm>
          <a:prstGeom prst="rect">
            <a:avLst/>
          </a:prstGeom>
        </p:spPr>
        <p:txBody>
          <a:bodyPr anchorCtr="0" anchor="t" bIns="91425" lIns="91425" spcFirstLastPara="1" rIns="91425" wrap="square" tIns="0">
            <a:spAutoFit/>
          </a:bodyPr>
          <a:lstStyle>
            <a:lvl1pPr lvl="0" algn="ctr">
              <a:lnSpc>
                <a:spcPct val="70000"/>
              </a:lnSpc>
              <a:spcBef>
                <a:spcPts val="0"/>
              </a:spcBef>
              <a:spcAft>
                <a:spcPts val="0"/>
              </a:spcAft>
              <a:buNone/>
              <a:defRPr sz="2800"/>
            </a:lvl1pPr>
            <a:lvl2pPr lvl="1">
              <a:lnSpc>
                <a:spcPct val="115000"/>
              </a:lnSpc>
              <a:spcBef>
                <a:spcPts val="0"/>
              </a:spcBef>
              <a:spcAft>
                <a:spcPts val="0"/>
              </a:spcAft>
              <a:buNone/>
              <a:defRPr sz="2800"/>
            </a:lvl2pPr>
            <a:lvl3pPr lvl="2">
              <a:lnSpc>
                <a:spcPct val="115000"/>
              </a:lnSpc>
              <a:spcBef>
                <a:spcPts val="0"/>
              </a:spcBef>
              <a:spcAft>
                <a:spcPts val="0"/>
              </a:spcAft>
              <a:buNone/>
              <a:defRPr sz="2800"/>
            </a:lvl3pPr>
            <a:lvl4pPr lvl="3">
              <a:lnSpc>
                <a:spcPct val="115000"/>
              </a:lnSpc>
              <a:spcBef>
                <a:spcPts val="0"/>
              </a:spcBef>
              <a:spcAft>
                <a:spcPts val="0"/>
              </a:spcAft>
              <a:buNone/>
              <a:defRPr sz="2800"/>
            </a:lvl4pPr>
            <a:lvl5pPr lvl="4">
              <a:lnSpc>
                <a:spcPct val="115000"/>
              </a:lnSpc>
              <a:spcBef>
                <a:spcPts val="0"/>
              </a:spcBef>
              <a:spcAft>
                <a:spcPts val="0"/>
              </a:spcAft>
              <a:buNone/>
              <a:defRPr sz="2800"/>
            </a:lvl5pPr>
            <a:lvl6pPr lvl="5">
              <a:lnSpc>
                <a:spcPct val="115000"/>
              </a:lnSpc>
              <a:spcBef>
                <a:spcPts val="0"/>
              </a:spcBef>
              <a:spcAft>
                <a:spcPts val="0"/>
              </a:spcAft>
              <a:buNone/>
              <a:defRPr sz="2800"/>
            </a:lvl6pPr>
            <a:lvl7pPr lvl="6">
              <a:lnSpc>
                <a:spcPct val="115000"/>
              </a:lnSpc>
              <a:spcBef>
                <a:spcPts val="0"/>
              </a:spcBef>
              <a:spcAft>
                <a:spcPts val="0"/>
              </a:spcAft>
              <a:buNone/>
              <a:defRPr sz="2800"/>
            </a:lvl7pPr>
            <a:lvl8pPr lvl="7">
              <a:lnSpc>
                <a:spcPct val="115000"/>
              </a:lnSpc>
              <a:spcBef>
                <a:spcPts val="0"/>
              </a:spcBef>
              <a:spcAft>
                <a:spcPts val="0"/>
              </a:spcAft>
              <a:buNone/>
              <a:defRPr sz="2800"/>
            </a:lvl8pPr>
            <a:lvl9pPr lvl="8">
              <a:lnSpc>
                <a:spcPct val="115000"/>
              </a:lnSpc>
              <a:spcBef>
                <a:spcPts val="0"/>
              </a:spcBef>
              <a:spcAft>
                <a:spcPts val="0"/>
              </a:spcAft>
              <a:buNone/>
              <a:defRPr sz="2800"/>
            </a:lvl9pPr>
          </a:lstStyle>
          <a:p/>
        </p:txBody>
      </p:sp>
      <p:sp>
        <p:nvSpPr>
          <p:cNvPr id="375" name="Google Shape;375;p37"/>
          <p:cNvSpPr txBox="1"/>
          <p:nvPr>
            <p:ph idx="2" type="subTitle"/>
          </p:nvPr>
        </p:nvSpPr>
        <p:spPr>
          <a:xfrm>
            <a:off x="228600" y="3953475"/>
            <a:ext cx="2501700" cy="730200"/>
          </a:xfrm>
          <a:prstGeom prst="rect">
            <a:avLst/>
          </a:prstGeom>
        </p:spPr>
        <p:txBody>
          <a:bodyPr anchorCtr="0" anchor="t" bIns="0" lIns="0" spcFirstLastPara="1" rIns="0" wrap="square" tIns="0">
            <a:noAutofit/>
          </a:bodyPr>
          <a:lstStyle>
            <a:lvl1pPr lvl="0" algn="ctr">
              <a:spcBef>
                <a:spcPts val="0"/>
              </a:spcBef>
              <a:spcAft>
                <a:spcPts val="0"/>
              </a:spcAft>
              <a:buNone/>
              <a:defRPr sz="1000">
                <a:latin typeface="DM Sans"/>
                <a:ea typeface="DM Sans"/>
                <a:cs typeface="DM Sans"/>
                <a:sym typeface="DM Sans"/>
              </a:defRPr>
            </a:lvl1pPr>
            <a:lvl2pPr lvl="1" algn="ctr">
              <a:spcBef>
                <a:spcPts val="0"/>
              </a:spcBef>
              <a:spcAft>
                <a:spcPts val="0"/>
              </a:spcAft>
              <a:buClr>
                <a:schemeClr val="lt1"/>
              </a:buClr>
              <a:buSzPts val="1000"/>
              <a:buFont typeface="DM Sans"/>
              <a:buNone/>
              <a:defRPr sz="1000">
                <a:latin typeface="DM Sans"/>
                <a:ea typeface="DM Sans"/>
                <a:cs typeface="DM Sans"/>
                <a:sym typeface="DM Sans"/>
              </a:defRPr>
            </a:lvl2pPr>
            <a:lvl3pPr lvl="2" algn="ctr">
              <a:spcBef>
                <a:spcPts val="0"/>
              </a:spcBef>
              <a:spcAft>
                <a:spcPts val="0"/>
              </a:spcAft>
              <a:buClr>
                <a:schemeClr val="lt1"/>
              </a:buClr>
              <a:buSzPts val="1000"/>
              <a:buFont typeface="DM Sans"/>
              <a:buNone/>
              <a:defRPr sz="1000">
                <a:latin typeface="DM Sans"/>
                <a:ea typeface="DM Sans"/>
                <a:cs typeface="DM Sans"/>
                <a:sym typeface="DM Sans"/>
              </a:defRPr>
            </a:lvl3pPr>
            <a:lvl4pPr lvl="3" algn="ctr">
              <a:spcBef>
                <a:spcPts val="0"/>
              </a:spcBef>
              <a:spcAft>
                <a:spcPts val="0"/>
              </a:spcAft>
              <a:buClr>
                <a:schemeClr val="lt1"/>
              </a:buClr>
              <a:buSzPts val="1000"/>
              <a:buFont typeface="DM Sans"/>
              <a:buNone/>
              <a:defRPr sz="1000">
                <a:latin typeface="DM Sans"/>
                <a:ea typeface="DM Sans"/>
                <a:cs typeface="DM Sans"/>
                <a:sym typeface="DM Sans"/>
              </a:defRPr>
            </a:lvl4pPr>
            <a:lvl5pPr lvl="4" algn="ctr">
              <a:spcBef>
                <a:spcPts val="0"/>
              </a:spcBef>
              <a:spcAft>
                <a:spcPts val="0"/>
              </a:spcAft>
              <a:buClr>
                <a:schemeClr val="lt1"/>
              </a:buClr>
              <a:buSzPts val="1000"/>
              <a:buFont typeface="DM Sans"/>
              <a:buNone/>
              <a:defRPr sz="1000">
                <a:latin typeface="DM Sans"/>
                <a:ea typeface="DM Sans"/>
                <a:cs typeface="DM Sans"/>
                <a:sym typeface="DM Sans"/>
              </a:defRPr>
            </a:lvl5pPr>
            <a:lvl6pPr lvl="5" algn="ctr">
              <a:spcBef>
                <a:spcPts val="0"/>
              </a:spcBef>
              <a:spcAft>
                <a:spcPts val="0"/>
              </a:spcAft>
              <a:buClr>
                <a:schemeClr val="lt1"/>
              </a:buClr>
              <a:buSzPts val="1000"/>
              <a:buFont typeface="DM Sans"/>
              <a:buNone/>
              <a:defRPr sz="1000">
                <a:latin typeface="DM Sans"/>
                <a:ea typeface="DM Sans"/>
                <a:cs typeface="DM Sans"/>
                <a:sym typeface="DM Sans"/>
              </a:defRPr>
            </a:lvl6pPr>
            <a:lvl7pPr lvl="6" algn="ctr">
              <a:spcBef>
                <a:spcPts val="0"/>
              </a:spcBef>
              <a:spcAft>
                <a:spcPts val="0"/>
              </a:spcAft>
              <a:buClr>
                <a:schemeClr val="lt1"/>
              </a:buClr>
              <a:buSzPts val="1000"/>
              <a:buFont typeface="DM Sans"/>
              <a:buNone/>
              <a:defRPr sz="1000">
                <a:latin typeface="DM Sans"/>
                <a:ea typeface="DM Sans"/>
                <a:cs typeface="DM Sans"/>
                <a:sym typeface="DM Sans"/>
              </a:defRPr>
            </a:lvl7pPr>
            <a:lvl8pPr lvl="7" algn="ctr">
              <a:spcBef>
                <a:spcPts val="0"/>
              </a:spcBef>
              <a:spcAft>
                <a:spcPts val="0"/>
              </a:spcAft>
              <a:buClr>
                <a:schemeClr val="lt1"/>
              </a:buClr>
              <a:buSzPts val="1000"/>
              <a:buFont typeface="DM Sans"/>
              <a:buNone/>
              <a:defRPr sz="1000">
                <a:latin typeface="DM Sans"/>
                <a:ea typeface="DM Sans"/>
                <a:cs typeface="DM Sans"/>
                <a:sym typeface="DM Sans"/>
              </a:defRPr>
            </a:lvl8pPr>
            <a:lvl9pPr lvl="8" algn="ctr">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376" name="Google Shape;376;p37"/>
          <p:cNvSpPr txBox="1"/>
          <p:nvPr>
            <p:ph idx="3" type="subTitle"/>
          </p:nvPr>
        </p:nvSpPr>
        <p:spPr>
          <a:xfrm>
            <a:off x="6413700" y="3953475"/>
            <a:ext cx="2501700" cy="730200"/>
          </a:xfrm>
          <a:prstGeom prst="rect">
            <a:avLst/>
          </a:prstGeom>
        </p:spPr>
        <p:txBody>
          <a:bodyPr anchorCtr="0" anchor="t" bIns="0" lIns="0" spcFirstLastPara="1" rIns="0" wrap="square" tIns="0">
            <a:noAutofit/>
          </a:bodyPr>
          <a:lstStyle>
            <a:lvl1pPr lvl="0" algn="ctr">
              <a:spcBef>
                <a:spcPts val="0"/>
              </a:spcBef>
              <a:spcAft>
                <a:spcPts val="0"/>
              </a:spcAft>
              <a:buNone/>
              <a:defRPr sz="1000">
                <a:latin typeface="DM Sans"/>
                <a:ea typeface="DM Sans"/>
                <a:cs typeface="DM Sans"/>
                <a:sym typeface="DM Sans"/>
              </a:defRPr>
            </a:lvl1pPr>
            <a:lvl2pPr lvl="1" algn="ctr">
              <a:spcBef>
                <a:spcPts val="0"/>
              </a:spcBef>
              <a:spcAft>
                <a:spcPts val="0"/>
              </a:spcAft>
              <a:buClr>
                <a:schemeClr val="lt1"/>
              </a:buClr>
              <a:buSzPts val="1000"/>
              <a:buFont typeface="DM Sans"/>
              <a:buNone/>
              <a:defRPr sz="1000">
                <a:latin typeface="DM Sans"/>
                <a:ea typeface="DM Sans"/>
                <a:cs typeface="DM Sans"/>
                <a:sym typeface="DM Sans"/>
              </a:defRPr>
            </a:lvl2pPr>
            <a:lvl3pPr lvl="2" algn="ctr">
              <a:spcBef>
                <a:spcPts val="0"/>
              </a:spcBef>
              <a:spcAft>
                <a:spcPts val="0"/>
              </a:spcAft>
              <a:buClr>
                <a:schemeClr val="lt1"/>
              </a:buClr>
              <a:buSzPts val="1000"/>
              <a:buFont typeface="DM Sans"/>
              <a:buNone/>
              <a:defRPr sz="1000">
                <a:latin typeface="DM Sans"/>
                <a:ea typeface="DM Sans"/>
                <a:cs typeface="DM Sans"/>
                <a:sym typeface="DM Sans"/>
              </a:defRPr>
            </a:lvl3pPr>
            <a:lvl4pPr lvl="3" algn="ctr">
              <a:spcBef>
                <a:spcPts val="0"/>
              </a:spcBef>
              <a:spcAft>
                <a:spcPts val="0"/>
              </a:spcAft>
              <a:buClr>
                <a:schemeClr val="lt1"/>
              </a:buClr>
              <a:buSzPts val="1000"/>
              <a:buFont typeface="DM Sans"/>
              <a:buNone/>
              <a:defRPr sz="1000">
                <a:latin typeface="DM Sans"/>
                <a:ea typeface="DM Sans"/>
                <a:cs typeface="DM Sans"/>
                <a:sym typeface="DM Sans"/>
              </a:defRPr>
            </a:lvl4pPr>
            <a:lvl5pPr lvl="4" algn="ctr">
              <a:spcBef>
                <a:spcPts val="0"/>
              </a:spcBef>
              <a:spcAft>
                <a:spcPts val="0"/>
              </a:spcAft>
              <a:buClr>
                <a:schemeClr val="lt1"/>
              </a:buClr>
              <a:buSzPts val="1000"/>
              <a:buFont typeface="DM Sans"/>
              <a:buNone/>
              <a:defRPr sz="1000">
                <a:latin typeface="DM Sans"/>
                <a:ea typeface="DM Sans"/>
                <a:cs typeface="DM Sans"/>
                <a:sym typeface="DM Sans"/>
              </a:defRPr>
            </a:lvl5pPr>
            <a:lvl6pPr lvl="5" algn="ctr">
              <a:spcBef>
                <a:spcPts val="0"/>
              </a:spcBef>
              <a:spcAft>
                <a:spcPts val="0"/>
              </a:spcAft>
              <a:buClr>
                <a:schemeClr val="lt1"/>
              </a:buClr>
              <a:buSzPts val="1000"/>
              <a:buFont typeface="DM Sans"/>
              <a:buNone/>
              <a:defRPr sz="1000">
                <a:latin typeface="DM Sans"/>
                <a:ea typeface="DM Sans"/>
                <a:cs typeface="DM Sans"/>
                <a:sym typeface="DM Sans"/>
              </a:defRPr>
            </a:lvl6pPr>
            <a:lvl7pPr lvl="6" algn="ctr">
              <a:spcBef>
                <a:spcPts val="0"/>
              </a:spcBef>
              <a:spcAft>
                <a:spcPts val="0"/>
              </a:spcAft>
              <a:buClr>
                <a:schemeClr val="lt1"/>
              </a:buClr>
              <a:buSzPts val="1000"/>
              <a:buFont typeface="DM Sans"/>
              <a:buNone/>
              <a:defRPr sz="1000">
                <a:latin typeface="DM Sans"/>
                <a:ea typeface="DM Sans"/>
                <a:cs typeface="DM Sans"/>
                <a:sym typeface="DM Sans"/>
              </a:defRPr>
            </a:lvl7pPr>
            <a:lvl8pPr lvl="7" algn="ctr">
              <a:spcBef>
                <a:spcPts val="0"/>
              </a:spcBef>
              <a:spcAft>
                <a:spcPts val="0"/>
              </a:spcAft>
              <a:buClr>
                <a:schemeClr val="lt1"/>
              </a:buClr>
              <a:buSzPts val="1000"/>
              <a:buFont typeface="DM Sans"/>
              <a:buNone/>
              <a:defRPr sz="1000">
                <a:latin typeface="DM Sans"/>
                <a:ea typeface="DM Sans"/>
                <a:cs typeface="DM Sans"/>
                <a:sym typeface="DM Sans"/>
              </a:defRPr>
            </a:lvl8pPr>
            <a:lvl9pPr lvl="8" algn="ctr">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377" name="Google Shape;377;p37"/>
          <p:cNvSpPr txBox="1"/>
          <p:nvPr>
            <p:ph idx="4" type="subTitle"/>
          </p:nvPr>
        </p:nvSpPr>
        <p:spPr>
          <a:xfrm>
            <a:off x="3321150" y="3953475"/>
            <a:ext cx="2501700" cy="730200"/>
          </a:xfrm>
          <a:prstGeom prst="rect">
            <a:avLst/>
          </a:prstGeom>
        </p:spPr>
        <p:txBody>
          <a:bodyPr anchorCtr="0" anchor="t" bIns="0" lIns="0" spcFirstLastPara="1" rIns="0" wrap="square" tIns="0">
            <a:noAutofit/>
          </a:bodyPr>
          <a:lstStyle>
            <a:lvl1pPr lvl="0" algn="ctr">
              <a:spcBef>
                <a:spcPts val="0"/>
              </a:spcBef>
              <a:spcAft>
                <a:spcPts val="0"/>
              </a:spcAft>
              <a:buNone/>
              <a:defRPr sz="1000">
                <a:latin typeface="DM Sans"/>
                <a:ea typeface="DM Sans"/>
                <a:cs typeface="DM Sans"/>
                <a:sym typeface="DM Sans"/>
              </a:defRPr>
            </a:lvl1pPr>
            <a:lvl2pPr lvl="1" algn="ctr">
              <a:spcBef>
                <a:spcPts val="0"/>
              </a:spcBef>
              <a:spcAft>
                <a:spcPts val="0"/>
              </a:spcAft>
              <a:buClr>
                <a:schemeClr val="lt1"/>
              </a:buClr>
              <a:buSzPts val="1000"/>
              <a:buFont typeface="DM Sans"/>
              <a:buNone/>
              <a:defRPr sz="1000">
                <a:latin typeface="DM Sans"/>
                <a:ea typeface="DM Sans"/>
                <a:cs typeface="DM Sans"/>
                <a:sym typeface="DM Sans"/>
              </a:defRPr>
            </a:lvl2pPr>
            <a:lvl3pPr lvl="2" algn="ctr">
              <a:spcBef>
                <a:spcPts val="0"/>
              </a:spcBef>
              <a:spcAft>
                <a:spcPts val="0"/>
              </a:spcAft>
              <a:buClr>
                <a:schemeClr val="lt1"/>
              </a:buClr>
              <a:buSzPts val="1000"/>
              <a:buFont typeface="DM Sans"/>
              <a:buNone/>
              <a:defRPr sz="1000">
                <a:latin typeface="DM Sans"/>
                <a:ea typeface="DM Sans"/>
                <a:cs typeface="DM Sans"/>
                <a:sym typeface="DM Sans"/>
              </a:defRPr>
            </a:lvl3pPr>
            <a:lvl4pPr lvl="3" algn="ctr">
              <a:spcBef>
                <a:spcPts val="0"/>
              </a:spcBef>
              <a:spcAft>
                <a:spcPts val="0"/>
              </a:spcAft>
              <a:buClr>
                <a:schemeClr val="lt1"/>
              </a:buClr>
              <a:buSzPts val="1000"/>
              <a:buFont typeface="DM Sans"/>
              <a:buNone/>
              <a:defRPr sz="1000">
                <a:latin typeface="DM Sans"/>
                <a:ea typeface="DM Sans"/>
                <a:cs typeface="DM Sans"/>
                <a:sym typeface="DM Sans"/>
              </a:defRPr>
            </a:lvl4pPr>
            <a:lvl5pPr lvl="4" algn="ctr">
              <a:spcBef>
                <a:spcPts val="0"/>
              </a:spcBef>
              <a:spcAft>
                <a:spcPts val="0"/>
              </a:spcAft>
              <a:buClr>
                <a:schemeClr val="lt1"/>
              </a:buClr>
              <a:buSzPts val="1000"/>
              <a:buFont typeface="DM Sans"/>
              <a:buNone/>
              <a:defRPr sz="1000">
                <a:latin typeface="DM Sans"/>
                <a:ea typeface="DM Sans"/>
                <a:cs typeface="DM Sans"/>
                <a:sym typeface="DM Sans"/>
              </a:defRPr>
            </a:lvl5pPr>
            <a:lvl6pPr lvl="5" algn="ctr">
              <a:spcBef>
                <a:spcPts val="0"/>
              </a:spcBef>
              <a:spcAft>
                <a:spcPts val="0"/>
              </a:spcAft>
              <a:buClr>
                <a:schemeClr val="lt1"/>
              </a:buClr>
              <a:buSzPts val="1000"/>
              <a:buFont typeface="DM Sans"/>
              <a:buNone/>
              <a:defRPr sz="1000">
                <a:latin typeface="DM Sans"/>
                <a:ea typeface="DM Sans"/>
                <a:cs typeface="DM Sans"/>
                <a:sym typeface="DM Sans"/>
              </a:defRPr>
            </a:lvl6pPr>
            <a:lvl7pPr lvl="6" algn="ctr">
              <a:spcBef>
                <a:spcPts val="0"/>
              </a:spcBef>
              <a:spcAft>
                <a:spcPts val="0"/>
              </a:spcAft>
              <a:buClr>
                <a:schemeClr val="lt1"/>
              </a:buClr>
              <a:buSzPts val="1000"/>
              <a:buFont typeface="DM Sans"/>
              <a:buNone/>
              <a:defRPr sz="1000">
                <a:latin typeface="DM Sans"/>
                <a:ea typeface="DM Sans"/>
                <a:cs typeface="DM Sans"/>
                <a:sym typeface="DM Sans"/>
              </a:defRPr>
            </a:lvl7pPr>
            <a:lvl8pPr lvl="7" algn="ctr">
              <a:spcBef>
                <a:spcPts val="0"/>
              </a:spcBef>
              <a:spcAft>
                <a:spcPts val="0"/>
              </a:spcAft>
              <a:buClr>
                <a:schemeClr val="lt1"/>
              </a:buClr>
              <a:buSzPts val="1000"/>
              <a:buFont typeface="DM Sans"/>
              <a:buNone/>
              <a:defRPr sz="1000">
                <a:latin typeface="DM Sans"/>
                <a:ea typeface="DM Sans"/>
                <a:cs typeface="DM Sans"/>
                <a:sym typeface="DM Sans"/>
              </a:defRPr>
            </a:lvl8pPr>
            <a:lvl9pPr lvl="8" algn="ctr">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378" name="Google Shape;378;p37"/>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7_1_1_1_1_1_1_1_1_1_1_1_1_1_1_1_1_1">
    <p:spTree>
      <p:nvGrpSpPr>
        <p:cNvPr id="379" name="Shape 379"/>
        <p:cNvGrpSpPr/>
        <p:nvPr/>
      </p:nvGrpSpPr>
      <p:grpSpPr>
        <a:xfrm>
          <a:off x="0" y="0"/>
          <a:ext cx="0" cy="0"/>
          <a:chOff x="0" y="0"/>
          <a:chExt cx="0" cy="0"/>
        </a:xfrm>
      </p:grpSpPr>
      <p:sp>
        <p:nvSpPr>
          <p:cNvPr id="380" name="Google Shape;380;p38"/>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
        <p:nvSpPr>
          <p:cNvPr id="381" name="Google Shape;381;p38"/>
          <p:cNvSpPr txBox="1"/>
          <p:nvPr>
            <p:ph idx="1" type="subTitle"/>
          </p:nvPr>
        </p:nvSpPr>
        <p:spPr>
          <a:xfrm>
            <a:off x="228600" y="4891059"/>
            <a:ext cx="1475700" cy="1254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1pPr>
            <a:lvl2pPr lvl="1">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2pPr>
            <a:lvl3pPr lvl="2">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3pPr>
            <a:lvl4pPr lvl="3">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4pPr>
            <a:lvl5pPr lvl="4">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5pPr>
            <a:lvl6pPr lvl="5">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6pPr>
            <a:lvl7pPr lvl="6">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7pPr>
            <a:lvl8pPr lvl="7">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8pPr>
            <a:lvl9pPr lvl="8">
              <a:spcBef>
                <a:spcPts val="0"/>
              </a:spcBef>
              <a:spcAft>
                <a:spcPts val="0"/>
              </a:spcAft>
              <a:buClr>
                <a:schemeClr val="accent4"/>
              </a:buClr>
              <a:buSzPts val="700"/>
              <a:buFont typeface="DM Sans"/>
              <a:buNone/>
              <a:defRPr sz="700">
                <a:solidFill>
                  <a:schemeClr val="accent4"/>
                </a:solidFill>
                <a:latin typeface="DM Sans"/>
                <a:ea typeface="DM Sans"/>
                <a:cs typeface="DM Sans"/>
                <a:sym typeface="DM Sans"/>
              </a:defRPr>
            </a:lvl9pPr>
          </a:lstStyle>
          <a:p/>
        </p:txBody>
      </p:sp>
      <p:sp>
        <p:nvSpPr>
          <p:cNvPr id="382" name="Google Shape;382;p38"/>
          <p:cNvSpPr txBox="1"/>
          <p:nvPr>
            <p:ph idx="2" type="subTitle"/>
          </p:nvPr>
        </p:nvSpPr>
        <p:spPr>
          <a:xfrm>
            <a:off x="4328700" y="392448"/>
            <a:ext cx="1526400" cy="385800"/>
          </a:xfrm>
          <a:prstGeom prst="rect">
            <a:avLst/>
          </a:prstGeom>
        </p:spPr>
        <p:txBody>
          <a:bodyPr anchorCtr="0" anchor="t" bIns="91425" lIns="0" spcFirstLastPara="1" rIns="91425" wrap="square" tIns="91425">
            <a:noAutofit/>
          </a:bodyPr>
          <a:lstStyle>
            <a:lvl1pPr lvl="0">
              <a:spcBef>
                <a:spcPts val="0"/>
              </a:spcBef>
              <a:spcAft>
                <a:spcPts val="0"/>
              </a:spcAft>
              <a:buNone/>
              <a:defRPr sz="1600"/>
            </a:lvl1pPr>
            <a:lvl2pPr lvl="1">
              <a:spcBef>
                <a:spcPts val="0"/>
              </a:spcBef>
              <a:spcAft>
                <a:spcPts val="0"/>
              </a:spcAft>
              <a:buClr>
                <a:schemeClr val="lt1"/>
              </a:buClr>
              <a:buSzPts val="1600"/>
              <a:buFont typeface="Forum"/>
              <a:buNone/>
              <a:defRPr sz="1600">
                <a:latin typeface="Forum"/>
                <a:ea typeface="Forum"/>
                <a:cs typeface="Forum"/>
                <a:sym typeface="Forum"/>
              </a:defRPr>
            </a:lvl2pPr>
            <a:lvl3pPr lvl="2">
              <a:spcBef>
                <a:spcPts val="0"/>
              </a:spcBef>
              <a:spcAft>
                <a:spcPts val="0"/>
              </a:spcAft>
              <a:buClr>
                <a:schemeClr val="lt1"/>
              </a:buClr>
              <a:buSzPts val="1600"/>
              <a:buFont typeface="Forum"/>
              <a:buNone/>
              <a:defRPr sz="1600">
                <a:latin typeface="Forum"/>
                <a:ea typeface="Forum"/>
                <a:cs typeface="Forum"/>
                <a:sym typeface="Forum"/>
              </a:defRPr>
            </a:lvl3pPr>
            <a:lvl4pPr lvl="3">
              <a:spcBef>
                <a:spcPts val="0"/>
              </a:spcBef>
              <a:spcAft>
                <a:spcPts val="0"/>
              </a:spcAft>
              <a:buClr>
                <a:schemeClr val="lt1"/>
              </a:buClr>
              <a:buSzPts val="1600"/>
              <a:buFont typeface="Forum"/>
              <a:buNone/>
              <a:defRPr sz="1600">
                <a:latin typeface="Forum"/>
                <a:ea typeface="Forum"/>
                <a:cs typeface="Forum"/>
                <a:sym typeface="Forum"/>
              </a:defRPr>
            </a:lvl4pPr>
            <a:lvl5pPr lvl="4">
              <a:spcBef>
                <a:spcPts val="0"/>
              </a:spcBef>
              <a:spcAft>
                <a:spcPts val="0"/>
              </a:spcAft>
              <a:buClr>
                <a:schemeClr val="lt1"/>
              </a:buClr>
              <a:buSzPts val="1600"/>
              <a:buFont typeface="Forum"/>
              <a:buNone/>
              <a:defRPr sz="1600">
                <a:latin typeface="Forum"/>
                <a:ea typeface="Forum"/>
                <a:cs typeface="Forum"/>
                <a:sym typeface="Forum"/>
              </a:defRPr>
            </a:lvl5pPr>
            <a:lvl6pPr lvl="5">
              <a:spcBef>
                <a:spcPts val="0"/>
              </a:spcBef>
              <a:spcAft>
                <a:spcPts val="0"/>
              </a:spcAft>
              <a:buClr>
                <a:schemeClr val="lt1"/>
              </a:buClr>
              <a:buSzPts val="1600"/>
              <a:buFont typeface="Forum"/>
              <a:buNone/>
              <a:defRPr sz="1600">
                <a:latin typeface="Forum"/>
                <a:ea typeface="Forum"/>
                <a:cs typeface="Forum"/>
                <a:sym typeface="Forum"/>
              </a:defRPr>
            </a:lvl6pPr>
            <a:lvl7pPr lvl="6">
              <a:spcBef>
                <a:spcPts val="0"/>
              </a:spcBef>
              <a:spcAft>
                <a:spcPts val="0"/>
              </a:spcAft>
              <a:buClr>
                <a:schemeClr val="lt1"/>
              </a:buClr>
              <a:buSzPts val="1600"/>
              <a:buFont typeface="Forum"/>
              <a:buNone/>
              <a:defRPr sz="1600">
                <a:latin typeface="Forum"/>
                <a:ea typeface="Forum"/>
                <a:cs typeface="Forum"/>
                <a:sym typeface="Forum"/>
              </a:defRPr>
            </a:lvl7pPr>
            <a:lvl8pPr lvl="7">
              <a:spcBef>
                <a:spcPts val="0"/>
              </a:spcBef>
              <a:spcAft>
                <a:spcPts val="0"/>
              </a:spcAft>
              <a:buClr>
                <a:schemeClr val="lt1"/>
              </a:buClr>
              <a:buSzPts val="1600"/>
              <a:buFont typeface="Forum"/>
              <a:buNone/>
              <a:defRPr sz="1600">
                <a:latin typeface="Forum"/>
                <a:ea typeface="Forum"/>
                <a:cs typeface="Forum"/>
                <a:sym typeface="Forum"/>
              </a:defRPr>
            </a:lvl8pPr>
            <a:lvl9pPr lvl="8">
              <a:spcBef>
                <a:spcPts val="0"/>
              </a:spcBef>
              <a:spcAft>
                <a:spcPts val="0"/>
              </a:spcAft>
              <a:buClr>
                <a:schemeClr val="lt1"/>
              </a:buClr>
              <a:buSzPts val="1600"/>
              <a:buFont typeface="Forum"/>
              <a:buNone/>
              <a:defRPr sz="1600">
                <a:latin typeface="Forum"/>
                <a:ea typeface="Forum"/>
                <a:cs typeface="Forum"/>
                <a:sym typeface="Forum"/>
              </a:defRPr>
            </a:lvl9pPr>
          </a:lstStyle>
          <a:p/>
        </p:txBody>
      </p:sp>
      <p:sp>
        <p:nvSpPr>
          <p:cNvPr id="383" name="Google Shape;383;p38"/>
          <p:cNvSpPr txBox="1"/>
          <p:nvPr>
            <p:ph idx="3" type="subTitle"/>
          </p:nvPr>
        </p:nvSpPr>
        <p:spPr>
          <a:xfrm>
            <a:off x="5987725" y="499551"/>
            <a:ext cx="2926200" cy="6246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DM Sans"/>
                <a:ea typeface="DM Sans"/>
                <a:cs typeface="DM Sans"/>
                <a:sym typeface="DM Sans"/>
              </a:defRPr>
            </a:lvl1pPr>
            <a:lvl2pPr lvl="1">
              <a:spcBef>
                <a:spcPts val="0"/>
              </a:spcBef>
              <a:spcAft>
                <a:spcPts val="0"/>
              </a:spcAft>
              <a:buClr>
                <a:schemeClr val="lt1"/>
              </a:buClr>
              <a:buSzPts val="1000"/>
              <a:buFont typeface="DM Sans"/>
              <a:buNone/>
              <a:defRPr sz="1000">
                <a:latin typeface="DM Sans"/>
                <a:ea typeface="DM Sans"/>
                <a:cs typeface="DM Sans"/>
                <a:sym typeface="DM Sans"/>
              </a:defRPr>
            </a:lvl2pPr>
            <a:lvl3pPr lvl="2">
              <a:spcBef>
                <a:spcPts val="0"/>
              </a:spcBef>
              <a:spcAft>
                <a:spcPts val="0"/>
              </a:spcAft>
              <a:buClr>
                <a:schemeClr val="lt1"/>
              </a:buClr>
              <a:buSzPts val="1000"/>
              <a:buFont typeface="DM Sans"/>
              <a:buNone/>
              <a:defRPr sz="1000">
                <a:latin typeface="DM Sans"/>
                <a:ea typeface="DM Sans"/>
                <a:cs typeface="DM Sans"/>
                <a:sym typeface="DM Sans"/>
              </a:defRPr>
            </a:lvl3pPr>
            <a:lvl4pPr lvl="3">
              <a:spcBef>
                <a:spcPts val="0"/>
              </a:spcBef>
              <a:spcAft>
                <a:spcPts val="0"/>
              </a:spcAft>
              <a:buClr>
                <a:schemeClr val="lt1"/>
              </a:buClr>
              <a:buSzPts val="1000"/>
              <a:buFont typeface="DM Sans"/>
              <a:buNone/>
              <a:defRPr sz="1000">
                <a:latin typeface="DM Sans"/>
                <a:ea typeface="DM Sans"/>
                <a:cs typeface="DM Sans"/>
                <a:sym typeface="DM Sans"/>
              </a:defRPr>
            </a:lvl4pPr>
            <a:lvl5pPr lvl="4">
              <a:spcBef>
                <a:spcPts val="0"/>
              </a:spcBef>
              <a:spcAft>
                <a:spcPts val="0"/>
              </a:spcAft>
              <a:buClr>
                <a:schemeClr val="lt1"/>
              </a:buClr>
              <a:buSzPts val="1000"/>
              <a:buFont typeface="DM Sans"/>
              <a:buNone/>
              <a:defRPr sz="1000">
                <a:latin typeface="DM Sans"/>
                <a:ea typeface="DM Sans"/>
                <a:cs typeface="DM Sans"/>
                <a:sym typeface="DM Sans"/>
              </a:defRPr>
            </a:lvl5pPr>
            <a:lvl6pPr lvl="5">
              <a:spcBef>
                <a:spcPts val="0"/>
              </a:spcBef>
              <a:spcAft>
                <a:spcPts val="0"/>
              </a:spcAft>
              <a:buClr>
                <a:schemeClr val="lt1"/>
              </a:buClr>
              <a:buSzPts val="1000"/>
              <a:buFont typeface="DM Sans"/>
              <a:buNone/>
              <a:defRPr sz="1000">
                <a:latin typeface="DM Sans"/>
                <a:ea typeface="DM Sans"/>
                <a:cs typeface="DM Sans"/>
                <a:sym typeface="DM Sans"/>
              </a:defRPr>
            </a:lvl6pPr>
            <a:lvl7pPr lvl="6">
              <a:spcBef>
                <a:spcPts val="0"/>
              </a:spcBef>
              <a:spcAft>
                <a:spcPts val="0"/>
              </a:spcAft>
              <a:buClr>
                <a:schemeClr val="lt1"/>
              </a:buClr>
              <a:buSzPts val="1000"/>
              <a:buFont typeface="DM Sans"/>
              <a:buNone/>
              <a:defRPr sz="1000">
                <a:latin typeface="DM Sans"/>
                <a:ea typeface="DM Sans"/>
                <a:cs typeface="DM Sans"/>
                <a:sym typeface="DM Sans"/>
              </a:defRPr>
            </a:lvl7pPr>
            <a:lvl8pPr lvl="7">
              <a:spcBef>
                <a:spcPts val="0"/>
              </a:spcBef>
              <a:spcAft>
                <a:spcPts val="0"/>
              </a:spcAft>
              <a:buClr>
                <a:schemeClr val="lt1"/>
              </a:buClr>
              <a:buSzPts val="1000"/>
              <a:buFont typeface="DM Sans"/>
              <a:buNone/>
              <a:defRPr sz="1000">
                <a:latin typeface="DM Sans"/>
                <a:ea typeface="DM Sans"/>
                <a:cs typeface="DM Sans"/>
                <a:sym typeface="DM Sans"/>
              </a:defRPr>
            </a:lvl8pPr>
            <a:lvl9pPr lvl="8">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384" name="Google Shape;384;p38"/>
          <p:cNvSpPr txBox="1"/>
          <p:nvPr>
            <p:ph idx="4" type="subTitle"/>
          </p:nvPr>
        </p:nvSpPr>
        <p:spPr>
          <a:xfrm>
            <a:off x="4328700" y="1620445"/>
            <a:ext cx="1526400" cy="385800"/>
          </a:xfrm>
          <a:prstGeom prst="rect">
            <a:avLst/>
          </a:prstGeom>
        </p:spPr>
        <p:txBody>
          <a:bodyPr anchorCtr="0" anchor="t" bIns="91425" lIns="0" spcFirstLastPara="1" rIns="91425" wrap="square" tIns="91425">
            <a:noAutofit/>
          </a:bodyPr>
          <a:lstStyle>
            <a:lvl1pPr lvl="0">
              <a:spcBef>
                <a:spcPts val="0"/>
              </a:spcBef>
              <a:spcAft>
                <a:spcPts val="0"/>
              </a:spcAft>
              <a:buNone/>
              <a:defRPr sz="1600"/>
            </a:lvl1pPr>
            <a:lvl2pPr lvl="1">
              <a:spcBef>
                <a:spcPts val="0"/>
              </a:spcBef>
              <a:spcAft>
                <a:spcPts val="0"/>
              </a:spcAft>
              <a:buClr>
                <a:schemeClr val="lt1"/>
              </a:buClr>
              <a:buSzPts val="1600"/>
              <a:buFont typeface="Forum"/>
              <a:buNone/>
              <a:defRPr sz="1600">
                <a:latin typeface="Forum"/>
                <a:ea typeface="Forum"/>
                <a:cs typeface="Forum"/>
                <a:sym typeface="Forum"/>
              </a:defRPr>
            </a:lvl2pPr>
            <a:lvl3pPr lvl="2">
              <a:spcBef>
                <a:spcPts val="0"/>
              </a:spcBef>
              <a:spcAft>
                <a:spcPts val="0"/>
              </a:spcAft>
              <a:buClr>
                <a:schemeClr val="lt1"/>
              </a:buClr>
              <a:buSzPts val="1600"/>
              <a:buFont typeface="Forum"/>
              <a:buNone/>
              <a:defRPr sz="1600">
                <a:latin typeface="Forum"/>
                <a:ea typeface="Forum"/>
                <a:cs typeface="Forum"/>
                <a:sym typeface="Forum"/>
              </a:defRPr>
            </a:lvl3pPr>
            <a:lvl4pPr lvl="3">
              <a:spcBef>
                <a:spcPts val="0"/>
              </a:spcBef>
              <a:spcAft>
                <a:spcPts val="0"/>
              </a:spcAft>
              <a:buClr>
                <a:schemeClr val="lt1"/>
              </a:buClr>
              <a:buSzPts val="1600"/>
              <a:buFont typeface="Forum"/>
              <a:buNone/>
              <a:defRPr sz="1600">
                <a:latin typeface="Forum"/>
                <a:ea typeface="Forum"/>
                <a:cs typeface="Forum"/>
                <a:sym typeface="Forum"/>
              </a:defRPr>
            </a:lvl4pPr>
            <a:lvl5pPr lvl="4">
              <a:spcBef>
                <a:spcPts val="0"/>
              </a:spcBef>
              <a:spcAft>
                <a:spcPts val="0"/>
              </a:spcAft>
              <a:buClr>
                <a:schemeClr val="lt1"/>
              </a:buClr>
              <a:buSzPts val="1600"/>
              <a:buFont typeface="Forum"/>
              <a:buNone/>
              <a:defRPr sz="1600">
                <a:latin typeface="Forum"/>
                <a:ea typeface="Forum"/>
                <a:cs typeface="Forum"/>
                <a:sym typeface="Forum"/>
              </a:defRPr>
            </a:lvl5pPr>
            <a:lvl6pPr lvl="5">
              <a:spcBef>
                <a:spcPts val="0"/>
              </a:spcBef>
              <a:spcAft>
                <a:spcPts val="0"/>
              </a:spcAft>
              <a:buClr>
                <a:schemeClr val="lt1"/>
              </a:buClr>
              <a:buSzPts val="1600"/>
              <a:buFont typeface="Forum"/>
              <a:buNone/>
              <a:defRPr sz="1600">
                <a:latin typeface="Forum"/>
                <a:ea typeface="Forum"/>
                <a:cs typeface="Forum"/>
                <a:sym typeface="Forum"/>
              </a:defRPr>
            </a:lvl6pPr>
            <a:lvl7pPr lvl="6">
              <a:spcBef>
                <a:spcPts val="0"/>
              </a:spcBef>
              <a:spcAft>
                <a:spcPts val="0"/>
              </a:spcAft>
              <a:buClr>
                <a:schemeClr val="lt1"/>
              </a:buClr>
              <a:buSzPts val="1600"/>
              <a:buFont typeface="Forum"/>
              <a:buNone/>
              <a:defRPr sz="1600">
                <a:latin typeface="Forum"/>
                <a:ea typeface="Forum"/>
                <a:cs typeface="Forum"/>
                <a:sym typeface="Forum"/>
              </a:defRPr>
            </a:lvl7pPr>
            <a:lvl8pPr lvl="7">
              <a:spcBef>
                <a:spcPts val="0"/>
              </a:spcBef>
              <a:spcAft>
                <a:spcPts val="0"/>
              </a:spcAft>
              <a:buClr>
                <a:schemeClr val="lt1"/>
              </a:buClr>
              <a:buSzPts val="1600"/>
              <a:buFont typeface="Forum"/>
              <a:buNone/>
              <a:defRPr sz="1600">
                <a:latin typeface="Forum"/>
                <a:ea typeface="Forum"/>
                <a:cs typeface="Forum"/>
                <a:sym typeface="Forum"/>
              </a:defRPr>
            </a:lvl8pPr>
            <a:lvl9pPr lvl="8">
              <a:spcBef>
                <a:spcPts val="0"/>
              </a:spcBef>
              <a:spcAft>
                <a:spcPts val="0"/>
              </a:spcAft>
              <a:buClr>
                <a:schemeClr val="lt1"/>
              </a:buClr>
              <a:buSzPts val="1600"/>
              <a:buFont typeface="Forum"/>
              <a:buNone/>
              <a:defRPr sz="1600">
                <a:latin typeface="Forum"/>
                <a:ea typeface="Forum"/>
                <a:cs typeface="Forum"/>
                <a:sym typeface="Forum"/>
              </a:defRPr>
            </a:lvl9pPr>
          </a:lstStyle>
          <a:p/>
        </p:txBody>
      </p:sp>
      <p:sp>
        <p:nvSpPr>
          <p:cNvPr id="385" name="Google Shape;385;p38"/>
          <p:cNvSpPr txBox="1"/>
          <p:nvPr>
            <p:ph idx="5" type="subTitle"/>
          </p:nvPr>
        </p:nvSpPr>
        <p:spPr>
          <a:xfrm>
            <a:off x="5987725" y="1727550"/>
            <a:ext cx="2926200" cy="6246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DM Sans"/>
                <a:ea typeface="DM Sans"/>
                <a:cs typeface="DM Sans"/>
                <a:sym typeface="DM Sans"/>
              </a:defRPr>
            </a:lvl1pPr>
            <a:lvl2pPr lvl="1">
              <a:spcBef>
                <a:spcPts val="0"/>
              </a:spcBef>
              <a:spcAft>
                <a:spcPts val="0"/>
              </a:spcAft>
              <a:buClr>
                <a:schemeClr val="lt1"/>
              </a:buClr>
              <a:buSzPts val="1000"/>
              <a:buFont typeface="DM Sans"/>
              <a:buNone/>
              <a:defRPr sz="1000">
                <a:latin typeface="DM Sans"/>
                <a:ea typeface="DM Sans"/>
                <a:cs typeface="DM Sans"/>
                <a:sym typeface="DM Sans"/>
              </a:defRPr>
            </a:lvl2pPr>
            <a:lvl3pPr lvl="2">
              <a:spcBef>
                <a:spcPts val="0"/>
              </a:spcBef>
              <a:spcAft>
                <a:spcPts val="0"/>
              </a:spcAft>
              <a:buClr>
                <a:schemeClr val="lt1"/>
              </a:buClr>
              <a:buSzPts val="1000"/>
              <a:buFont typeface="DM Sans"/>
              <a:buNone/>
              <a:defRPr sz="1000">
                <a:latin typeface="DM Sans"/>
                <a:ea typeface="DM Sans"/>
                <a:cs typeface="DM Sans"/>
                <a:sym typeface="DM Sans"/>
              </a:defRPr>
            </a:lvl3pPr>
            <a:lvl4pPr lvl="3">
              <a:spcBef>
                <a:spcPts val="0"/>
              </a:spcBef>
              <a:spcAft>
                <a:spcPts val="0"/>
              </a:spcAft>
              <a:buClr>
                <a:schemeClr val="lt1"/>
              </a:buClr>
              <a:buSzPts val="1000"/>
              <a:buFont typeface="DM Sans"/>
              <a:buNone/>
              <a:defRPr sz="1000">
                <a:latin typeface="DM Sans"/>
                <a:ea typeface="DM Sans"/>
                <a:cs typeface="DM Sans"/>
                <a:sym typeface="DM Sans"/>
              </a:defRPr>
            </a:lvl4pPr>
            <a:lvl5pPr lvl="4">
              <a:spcBef>
                <a:spcPts val="0"/>
              </a:spcBef>
              <a:spcAft>
                <a:spcPts val="0"/>
              </a:spcAft>
              <a:buClr>
                <a:schemeClr val="lt1"/>
              </a:buClr>
              <a:buSzPts val="1000"/>
              <a:buFont typeface="DM Sans"/>
              <a:buNone/>
              <a:defRPr sz="1000">
                <a:latin typeface="DM Sans"/>
                <a:ea typeface="DM Sans"/>
                <a:cs typeface="DM Sans"/>
                <a:sym typeface="DM Sans"/>
              </a:defRPr>
            </a:lvl5pPr>
            <a:lvl6pPr lvl="5">
              <a:spcBef>
                <a:spcPts val="0"/>
              </a:spcBef>
              <a:spcAft>
                <a:spcPts val="0"/>
              </a:spcAft>
              <a:buClr>
                <a:schemeClr val="lt1"/>
              </a:buClr>
              <a:buSzPts val="1000"/>
              <a:buFont typeface="DM Sans"/>
              <a:buNone/>
              <a:defRPr sz="1000">
                <a:latin typeface="DM Sans"/>
                <a:ea typeface="DM Sans"/>
                <a:cs typeface="DM Sans"/>
                <a:sym typeface="DM Sans"/>
              </a:defRPr>
            </a:lvl6pPr>
            <a:lvl7pPr lvl="6">
              <a:spcBef>
                <a:spcPts val="0"/>
              </a:spcBef>
              <a:spcAft>
                <a:spcPts val="0"/>
              </a:spcAft>
              <a:buClr>
                <a:schemeClr val="lt1"/>
              </a:buClr>
              <a:buSzPts val="1000"/>
              <a:buFont typeface="DM Sans"/>
              <a:buNone/>
              <a:defRPr sz="1000">
                <a:latin typeface="DM Sans"/>
                <a:ea typeface="DM Sans"/>
                <a:cs typeface="DM Sans"/>
                <a:sym typeface="DM Sans"/>
              </a:defRPr>
            </a:lvl7pPr>
            <a:lvl8pPr lvl="7">
              <a:spcBef>
                <a:spcPts val="0"/>
              </a:spcBef>
              <a:spcAft>
                <a:spcPts val="0"/>
              </a:spcAft>
              <a:buClr>
                <a:schemeClr val="lt1"/>
              </a:buClr>
              <a:buSzPts val="1000"/>
              <a:buFont typeface="DM Sans"/>
              <a:buNone/>
              <a:defRPr sz="1000">
                <a:latin typeface="DM Sans"/>
                <a:ea typeface="DM Sans"/>
                <a:cs typeface="DM Sans"/>
                <a:sym typeface="DM Sans"/>
              </a:defRPr>
            </a:lvl8pPr>
            <a:lvl9pPr lvl="8">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386" name="Google Shape;386;p38"/>
          <p:cNvSpPr txBox="1"/>
          <p:nvPr>
            <p:ph idx="6" type="subTitle"/>
          </p:nvPr>
        </p:nvSpPr>
        <p:spPr>
          <a:xfrm>
            <a:off x="4328700" y="2850106"/>
            <a:ext cx="1526400" cy="385800"/>
          </a:xfrm>
          <a:prstGeom prst="rect">
            <a:avLst/>
          </a:prstGeom>
        </p:spPr>
        <p:txBody>
          <a:bodyPr anchorCtr="0" anchor="t" bIns="91425" lIns="0" spcFirstLastPara="1" rIns="91425" wrap="square" tIns="91425">
            <a:noAutofit/>
          </a:bodyPr>
          <a:lstStyle>
            <a:lvl1pPr lvl="0">
              <a:spcBef>
                <a:spcPts val="0"/>
              </a:spcBef>
              <a:spcAft>
                <a:spcPts val="0"/>
              </a:spcAft>
              <a:buNone/>
              <a:defRPr sz="1600"/>
            </a:lvl1pPr>
            <a:lvl2pPr lvl="1">
              <a:spcBef>
                <a:spcPts val="0"/>
              </a:spcBef>
              <a:spcAft>
                <a:spcPts val="0"/>
              </a:spcAft>
              <a:buClr>
                <a:schemeClr val="lt1"/>
              </a:buClr>
              <a:buSzPts val="1600"/>
              <a:buFont typeface="Forum"/>
              <a:buNone/>
              <a:defRPr sz="1600">
                <a:latin typeface="Forum"/>
                <a:ea typeface="Forum"/>
                <a:cs typeface="Forum"/>
                <a:sym typeface="Forum"/>
              </a:defRPr>
            </a:lvl2pPr>
            <a:lvl3pPr lvl="2">
              <a:spcBef>
                <a:spcPts val="0"/>
              </a:spcBef>
              <a:spcAft>
                <a:spcPts val="0"/>
              </a:spcAft>
              <a:buClr>
                <a:schemeClr val="lt1"/>
              </a:buClr>
              <a:buSzPts val="1600"/>
              <a:buFont typeface="Forum"/>
              <a:buNone/>
              <a:defRPr sz="1600">
                <a:latin typeface="Forum"/>
                <a:ea typeface="Forum"/>
                <a:cs typeface="Forum"/>
                <a:sym typeface="Forum"/>
              </a:defRPr>
            </a:lvl3pPr>
            <a:lvl4pPr lvl="3">
              <a:spcBef>
                <a:spcPts val="0"/>
              </a:spcBef>
              <a:spcAft>
                <a:spcPts val="0"/>
              </a:spcAft>
              <a:buClr>
                <a:schemeClr val="lt1"/>
              </a:buClr>
              <a:buSzPts val="1600"/>
              <a:buFont typeface="Forum"/>
              <a:buNone/>
              <a:defRPr sz="1600">
                <a:latin typeface="Forum"/>
                <a:ea typeface="Forum"/>
                <a:cs typeface="Forum"/>
                <a:sym typeface="Forum"/>
              </a:defRPr>
            </a:lvl4pPr>
            <a:lvl5pPr lvl="4">
              <a:spcBef>
                <a:spcPts val="0"/>
              </a:spcBef>
              <a:spcAft>
                <a:spcPts val="0"/>
              </a:spcAft>
              <a:buClr>
                <a:schemeClr val="lt1"/>
              </a:buClr>
              <a:buSzPts val="1600"/>
              <a:buFont typeface="Forum"/>
              <a:buNone/>
              <a:defRPr sz="1600">
                <a:latin typeface="Forum"/>
                <a:ea typeface="Forum"/>
                <a:cs typeface="Forum"/>
                <a:sym typeface="Forum"/>
              </a:defRPr>
            </a:lvl5pPr>
            <a:lvl6pPr lvl="5">
              <a:spcBef>
                <a:spcPts val="0"/>
              </a:spcBef>
              <a:spcAft>
                <a:spcPts val="0"/>
              </a:spcAft>
              <a:buClr>
                <a:schemeClr val="lt1"/>
              </a:buClr>
              <a:buSzPts val="1600"/>
              <a:buFont typeface="Forum"/>
              <a:buNone/>
              <a:defRPr sz="1600">
                <a:latin typeface="Forum"/>
                <a:ea typeface="Forum"/>
                <a:cs typeface="Forum"/>
                <a:sym typeface="Forum"/>
              </a:defRPr>
            </a:lvl6pPr>
            <a:lvl7pPr lvl="6">
              <a:spcBef>
                <a:spcPts val="0"/>
              </a:spcBef>
              <a:spcAft>
                <a:spcPts val="0"/>
              </a:spcAft>
              <a:buClr>
                <a:schemeClr val="lt1"/>
              </a:buClr>
              <a:buSzPts val="1600"/>
              <a:buFont typeface="Forum"/>
              <a:buNone/>
              <a:defRPr sz="1600">
                <a:latin typeface="Forum"/>
                <a:ea typeface="Forum"/>
                <a:cs typeface="Forum"/>
                <a:sym typeface="Forum"/>
              </a:defRPr>
            </a:lvl7pPr>
            <a:lvl8pPr lvl="7">
              <a:spcBef>
                <a:spcPts val="0"/>
              </a:spcBef>
              <a:spcAft>
                <a:spcPts val="0"/>
              </a:spcAft>
              <a:buClr>
                <a:schemeClr val="lt1"/>
              </a:buClr>
              <a:buSzPts val="1600"/>
              <a:buFont typeface="Forum"/>
              <a:buNone/>
              <a:defRPr sz="1600">
                <a:latin typeface="Forum"/>
                <a:ea typeface="Forum"/>
                <a:cs typeface="Forum"/>
                <a:sym typeface="Forum"/>
              </a:defRPr>
            </a:lvl8pPr>
            <a:lvl9pPr lvl="8">
              <a:spcBef>
                <a:spcPts val="0"/>
              </a:spcBef>
              <a:spcAft>
                <a:spcPts val="0"/>
              </a:spcAft>
              <a:buClr>
                <a:schemeClr val="lt1"/>
              </a:buClr>
              <a:buSzPts val="1600"/>
              <a:buFont typeface="Forum"/>
              <a:buNone/>
              <a:defRPr sz="1600">
                <a:latin typeface="Forum"/>
                <a:ea typeface="Forum"/>
                <a:cs typeface="Forum"/>
                <a:sym typeface="Forum"/>
              </a:defRPr>
            </a:lvl9pPr>
          </a:lstStyle>
          <a:p/>
        </p:txBody>
      </p:sp>
      <p:sp>
        <p:nvSpPr>
          <p:cNvPr id="387" name="Google Shape;387;p38"/>
          <p:cNvSpPr txBox="1"/>
          <p:nvPr>
            <p:ph idx="7" type="subTitle"/>
          </p:nvPr>
        </p:nvSpPr>
        <p:spPr>
          <a:xfrm>
            <a:off x="5987725" y="2957203"/>
            <a:ext cx="2926200" cy="6246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DM Sans"/>
                <a:ea typeface="DM Sans"/>
                <a:cs typeface="DM Sans"/>
                <a:sym typeface="DM Sans"/>
              </a:defRPr>
            </a:lvl1pPr>
            <a:lvl2pPr lvl="1">
              <a:spcBef>
                <a:spcPts val="0"/>
              </a:spcBef>
              <a:spcAft>
                <a:spcPts val="0"/>
              </a:spcAft>
              <a:buClr>
                <a:schemeClr val="lt1"/>
              </a:buClr>
              <a:buSzPts val="1000"/>
              <a:buFont typeface="DM Sans"/>
              <a:buNone/>
              <a:defRPr sz="1000">
                <a:latin typeface="DM Sans"/>
                <a:ea typeface="DM Sans"/>
                <a:cs typeface="DM Sans"/>
                <a:sym typeface="DM Sans"/>
              </a:defRPr>
            </a:lvl2pPr>
            <a:lvl3pPr lvl="2">
              <a:spcBef>
                <a:spcPts val="0"/>
              </a:spcBef>
              <a:spcAft>
                <a:spcPts val="0"/>
              </a:spcAft>
              <a:buClr>
                <a:schemeClr val="lt1"/>
              </a:buClr>
              <a:buSzPts val="1000"/>
              <a:buFont typeface="DM Sans"/>
              <a:buNone/>
              <a:defRPr sz="1000">
                <a:latin typeface="DM Sans"/>
                <a:ea typeface="DM Sans"/>
                <a:cs typeface="DM Sans"/>
                <a:sym typeface="DM Sans"/>
              </a:defRPr>
            </a:lvl3pPr>
            <a:lvl4pPr lvl="3">
              <a:spcBef>
                <a:spcPts val="0"/>
              </a:spcBef>
              <a:spcAft>
                <a:spcPts val="0"/>
              </a:spcAft>
              <a:buClr>
                <a:schemeClr val="lt1"/>
              </a:buClr>
              <a:buSzPts val="1000"/>
              <a:buFont typeface="DM Sans"/>
              <a:buNone/>
              <a:defRPr sz="1000">
                <a:latin typeface="DM Sans"/>
                <a:ea typeface="DM Sans"/>
                <a:cs typeface="DM Sans"/>
                <a:sym typeface="DM Sans"/>
              </a:defRPr>
            </a:lvl4pPr>
            <a:lvl5pPr lvl="4">
              <a:spcBef>
                <a:spcPts val="0"/>
              </a:spcBef>
              <a:spcAft>
                <a:spcPts val="0"/>
              </a:spcAft>
              <a:buClr>
                <a:schemeClr val="lt1"/>
              </a:buClr>
              <a:buSzPts val="1000"/>
              <a:buFont typeface="DM Sans"/>
              <a:buNone/>
              <a:defRPr sz="1000">
                <a:latin typeface="DM Sans"/>
                <a:ea typeface="DM Sans"/>
                <a:cs typeface="DM Sans"/>
                <a:sym typeface="DM Sans"/>
              </a:defRPr>
            </a:lvl5pPr>
            <a:lvl6pPr lvl="5">
              <a:spcBef>
                <a:spcPts val="0"/>
              </a:spcBef>
              <a:spcAft>
                <a:spcPts val="0"/>
              </a:spcAft>
              <a:buClr>
                <a:schemeClr val="lt1"/>
              </a:buClr>
              <a:buSzPts val="1000"/>
              <a:buFont typeface="DM Sans"/>
              <a:buNone/>
              <a:defRPr sz="1000">
                <a:latin typeface="DM Sans"/>
                <a:ea typeface="DM Sans"/>
                <a:cs typeface="DM Sans"/>
                <a:sym typeface="DM Sans"/>
              </a:defRPr>
            </a:lvl6pPr>
            <a:lvl7pPr lvl="6">
              <a:spcBef>
                <a:spcPts val="0"/>
              </a:spcBef>
              <a:spcAft>
                <a:spcPts val="0"/>
              </a:spcAft>
              <a:buClr>
                <a:schemeClr val="lt1"/>
              </a:buClr>
              <a:buSzPts val="1000"/>
              <a:buFont typeface="DM Sans"/>
              <a:buNone/>
              <a:defRPr sz="1000">
                <a:latin typeface="DM Sans"/>
                <a:ea typeface="DM Sans"/>
                <a:cs typeface="DM Sans"/>
                <a:sym typeface="DM Sans"/>
              </a:defRPr>
            </a:lvl7pPr>
            <a:lvl8pPr lvl="7">
              <a:spcBef>
                <a:spcPts val="0"/>
              </a:spcBef>
              <a:spcAft>
                <a:spcPts val="0"/>
              </a:spcAft>
              <a:buClr>
                <a:schemeClr val="lt1"/>
              </a:buClr>
              <a:buSzPts val="1000"/>
              <a:buFont typeface="DM Sans"/>
              <a:buNone/>
              <a:defRPr sz="1000">
                <a:latin typeface="DM Sans"/>
                <a:ea typeface="DM Sans"/>
                <a:cs typeface="DM Sans"/>
                <a:sym typeface="DM Sans"/>
              </a:defRPr>
            </a:lvl8pPr>
            <a:lvl9pPr lvl="8">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388" name="Google Shape;388;p38"/>
          <p:cNvSpPr txBox="1"/>
          <p:nvPr>
            <p:ph idx="8" type="subTitle"/>
          </p:nvPr>
        </p:nvSpPr>
        <p:spPr>
          <a:xfrm>
            <a:off x="4328700" y="4077970"/>
            <a:ext cx="1526400" cy="385800"/>
          </a:xfrm>
          <a:prstGeom prst="rect">
            <a:avLst/>
          </a:prstGeom>
        </p:spPr>
        <p:txBody>
          <a:bodyPr anchorCtr="0" anchor="t" bIns="91425" lIns="0" spcFirstLastPara="1" rIns="91425" wrap="square" tIns="91425">
            <a:noAutofit/>
          </a:bodyPr>
          <a:lstStyle>
            <a:lvl1pPr lvl="0">
              <a:spcBef>
                <a:spcPts val="0"/>
              </a:spcBef>
              <a:spcAft>
                <a:spcPts val="0"/>
              </a:spcAft>
              <a:buNone/>
              <a:defRPr sz="1600"/>
            </a:lvl1pPr>
            <a:lvl2pPr lvl="1">
              <a:spcBef>
                <a:spcPts val="0"/>
              </a:spcBef>
              <a:spcAft>
                <a:spcPts val="0"/>
              </a:spcAft>
              <a:buClr>
                <a:schemeClr val="lt1"/>
              </a:buClr>
              <a:buSzPts val="1600"/>
              <a:buFont typeface="Forum"/>
              <a:buNone/>
              <a:defRPr sz="1600">
                <a:latin typeface="Forum"/>
                <a:ea typeface="Forum"/>
                <a:cs typeface="Forum"/>
                <a:sym typeface="Forum"/>
              </a:defRPr>
            </a:lvl2pPr>
            <a:lvl3pPr lvl="2">
              <a:spcBef>
                <a:spcPts val="0"/>
              </a:spcBef>
              <a:spcAft>
                <a:spcPts val="0"/>
              </a:spcAft>
              <a:buClr>
                <a:schemeClr val="lt1"/>
              </a:buClr>
              <a:buSzPts val="1600"/>
              <a:buFont typeface="Forum"/>
              <a:buNone/>
              <a:defRPr sz="1600">
                <a:latin typeface="Forum"/>
                <a:ea typeface="Forum"/>
                <a:cs typeface="Forum"/>
                <a:sym typeface="Forum"/>
              </a:defRPr>
            </a:lvl3pPr>
            <a:lvl4pPr lvl="3">
              <a:spcBef>
                <a:spcPts val="0"/>
              </a:spcBef>
              <a:spcAft>
                <a:spcPts val="0"/>
              </a:spcAft>
              <a:buClr>
                <a:schemeClr val="lt1"/>
              </a:buClr>
              <a:buSzPts val="1600"/>
              <a:buFont typeface="Forum"/>
              <a:buNone/>
              <a:defRPr sz="1600">
                <a:latin typeface="Forum"/>
                <a:ea typeface="Forum"/>
                <a:cs typeface="Forum"/>
                <a:sym typeface="Forum"/>
              </a:defRPr>
            </a:lvl4pPr>
            <a:lvl5pPr lvl="4">
              <a:spcBef>
                <a:spcPts val="0"/>
              </a:spcBef>
              <a:spcAft>
                <a:spcPts val="0"/>
              </a:spcAft>
              <a:buClr>
                <a:schemeClr val="lt1"/>
              </a:buClr>
              <a:buSzPts val="1600"/>
              <a:buFont typeface="Forum"/>
              <a:buNone/>
              <a:defRPr sz="1600">
                <a:latin typeface="Forum"/>
                <a:ea typeface="Forum"/>
                <a:cs typeface="Forum"/>
                <a:sym typeface="Forum"/>
              </a:defRPr>
            </a:lvl5pPr>
            <a:lvl6pPr lvl="5">
              <a:spcBef>
                <a:spcPts val="0"/>
              </a:spcBef>
              <a:spcAft>
                <a:spcPts val="0"/>
              </a:spcAft>
              <a:buClr>
                <a:schemeClr val="lt1"/>
              </a:buClr>
              <a:buSzPts val="1600"/>
              <a:buFont typeface="Forum"/>
              <a:buNone/>
              <a:defRPr sz="1600">
                <a:latin typeface="Forum"/>
                <a:ea typeface="Forum"/>
                <a:cs typeface="Forum"/>
                <a:sym typeface="Forum"/>
              </a:defRPr>
            </a:lvl6pPr>
            <a:lvl7pPr lvl="6">
              <a:spcBef>
                <a:spcPts val="0"/>
              </a:spcBef>
              <a:spcAft>
                <a:spcPts val="0"/>
              </a:spcAft>
              <a:buClr>
                <a:schemeClr val="lt1"/>
              </a:buClr>
              <a:buSzPts val="1600"/>
              <a:buFont typeface="Forum"/>
              <a:buNone/>
              <a:defRPr sz="1600">
                <a:latin typeface="Forum"/>
                <a:ea typeface="Forum"/>
                <a:cs typeface="Forum"/>
                <a:sym typeface="Forum"/>
              </a:defRPr>
            </a:lvl7pPr>
            <a:lvl8pPr lvl="7">
              <a:spcBef>
                <a:spcPts val="0"/>
              </a:spcBef>
              <a:spcAft>
                <a:spcPts val="0"/>
              </a:spcAft>
              <a:buClr>
                <a:schemeClr val="lt1"/>
              </a:buClr>
              <a:buSzPts val="1600"/>
              <a:buFont typeface="Forum"/>
              <a:buNone/>
              <a:defRPr sz="1600">
                <a:latin typeface="Forum"/>
                <a:ea typeface="Forum"/>
                <a:cs typeface="Forum"/>
                <a:sym typeface="Forum"/>
              </a:defRPr>
            </a:lvl8pPr>
            <a:lvl9pPr lvl="8">
              <a:spcBef>
                <a:spcPts val="0"/>
              </a:spcBef>
              <a:spcAft>
                <a:spcPts val="0"/>
              </a:spcAft>
              <a:buClr>
                <a:schemeClr val="lt1"/>
              </a:buClr>
              <a:buSzPts val="1600"/>
              <a:buFont typeface="Forum"/>
              <a:buNone/>
              <a:defRPr sz="1600">
                <a:latin typeface="Forum"/>
                <a:ea typeface="Forum"/>
                <a:cs typeface="Forum"/>
                <a:sym typeface="Forum"/>
              </a:defRPr>
            </a:lvl9pPr>
          </a:lstStyle>
          <a:p/>
        </p:txBody>
      </p:sp>
      <p:sp>
        <p:nvSpPr>
          <p:cNvPr id="389" name="Google Shape;389;p38"/>
          <p:cNvSpPr txBox="1"/>
          <p:nvPr>
            <p:ph idx="9" type="subTitle"/>
          </p:nvPr>
        </p:nvSpPr>
        <p:spPr>
          <a:xfrm>
            <a:off x="5987725" y="4185076"/>
            <a:ext cx="2926200" cy="4986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DM Sans"/>
                <a:ea typeface="DM Sans"/>
                <a:cs typeface="DM Sans"/>
                <a:sym typeface="DM Sans"/>
              </a:defRPr>
            </a:lvl1pPr>
            <a:lvl2pPr lvl="1">
              <a:spcBef>
                <a:spcPts val="0"/>
              </a:spcBef>
              <a:spcAft>
                <a:spcPts val="0"/>
              </a:spcAft>
              <a:buClr>
                <a:schemeClr val="lt1"/>
              </a:buClr>
              <a:buSzPts val="1000"/>
              <a:buFont typeface="DM Sans"/>
              <a:buNone/>
              <a:defRPr sz="1000">
                <a:latin typeface="DM Sans"/>
                <a:ea typeface="DM Sans"/>
                <a:cs typeface="DM Sans"/>
                <a:sym typeface="DM Sans"/>
              </a:defRPr>
            </a:lvl2pPr>
            <a:lvl3pPr lvl="2">
              <a:spcBef>
                <a:spcPts val="0"/>
              </a:spcBef>
              <a:spcAft>
                <a:spcPts val="0"/>
              </a:spcAft>
              <a:buClr>
                <a:schemeClr val="lt1"/>
              </a:buClr>
              <a:buSzPts val="1000"/>
              <a:buFont typeface="DM Sans"/>
              <a:buNone/>
              <a:defRPr sz="1000">
                <a:latin typeface="DM Sans"/>
                <a:ea typeface="DM Sans"/>
                <a:cs typeface="DM Sans"/>
                <a:sym typeface="DM Sans"/>
              </a:defRPr>
            </a:lvl3pPr>
            <a:lvl4pPr lvl="3">
              <a:spcBef>
                <a:spcPts val="0"/>
              </a:spcBef>
              <a:spcAft>
                <a:spcPts val="0"/>
              </a:spcAft>
              <a:buClr>
                <a:schemeClr val="lt1"/>
              </a:buClr>
              <a:buSzPts val="1000"/>
              <a:buFont typeface="DM Sans"/>
              <a:buNone/>
              <a:defRPr sz="1000">
                <a:latin typeface="DM Sans"/>
                <a:ea typeface="DM Sans"/>
                <a:cs typeface="DM Sans"/>
                <a:sym typeface="DM Sans"/>
              </a:defRPr>
            </a:lvl4pPr>
            <a:lvl5pPr lvl="4">
              <a:spcBef>
                <a:spcPts val="0"/>
              </a:spcBef>
              <a:spcAft>
                <a:spcPts val="0"/>
              </a:spcAft>
              <a:buClr>
                <a:schemeClr val="lt1"/>
              </a:buClr>
              <a:buSzPts val="1000"/>
              <a:buFont typeface="DM Sans"/>
              <a:buNone/>
              <a:defRPr sz="1000">
                <a:latin typeface="DM Sans"/>
                <a:ea typeface="DM Sans"/>
                <a:cs typeface="DM Sans"/>
                <a:sym typeface="DM Sans"/>
              </a:defRPr>
            </a:lvl5pPr>
            <a:lvl6pPr lvl="5">
              <a:spcBef>
                <a:spcPts val="0"/>
              </a:spcBef>
              <a:spcAft>
                <a:spcPts val="0"/>
              </a:spcAft>
              <a:buClr>
                <a:schemeClr val="lt1"/>
              </a:buClr>
              <a:buSzPts val="1000"/>
              <a:buFont typeface="DM Sans"/>
              <a:buNone/>
              <a:defRPr sz="1000">
                <a:latin typeface="DM Sans"/>
                <a:ea typeface="DM Sans"/>
                <a:cs typeface="DM Sans"/>
                <a:sym typeface="DM Sans"/>
              </a:defRPr>
            </a:lvl6pPr>
            <a:lvl7pPr lvl="6">
              <a:spcBef>
                <a:spcPts val="0"/>
              </a:spcBef>
              <a:spcAft>
                <a:spcPts val="0"/>
              </a:spcAft>
              <a:buClr>
                <a:schemeClr val="lt1"/>
              </a:buClr>
              <a:buSzPts val="1000"/>
              <a:buFont typeface="DM Sans"/>
              <a:buNone/>
              <a:defRPr sz="1000">
                <a:latin typeface="DM Sans"/>
                <a:ea typeface="DM Sans"/>
                <a:cs typeface="DM Sans"/>
                <a:sym typeface="DM Sans"/>
              </a:defRPr>
            </a:lvl7pPr>
            <a:lvl8pPr lvl="7">
              <a:spcBef>
                <a:spcPts val="0"/>
              </a:spcBef>
              <a:spcAft>
                <a:spcPts val="0"/>
              </a:spcAft>
              <a:buClr>
                <a:schemeClr val="lt1"/>
              </a:buClr>
              <a:buSzPts val="1000"/>
              <a:buFont typeface="DM Sans"/>
              <a:buNone/>
              <a:defRPr sz="1000">
                <a:latin typeface="DM Sans"/>
                <a:ea typeface="DM Sans"/>
                <a:cs typeface="DM Sans"/>
                <a:sym typeface="DM Sans"/>
              </a:defRPr>
            </a:lvl8pPr>
            <a:lvl9pPr lvl="8">
              <a:spcBef>
                <a:spcPts val="0"/>
              </a:spcBef>
              <a:spcAft>
                <a:spcPts val="0"/>
              </a:spcAft>
              <a:buClr>
                <a:schemeClr val="lt1"/>
              </a:buClr>
              <a:buSzPts val="1000"/>
              <a:buFont typeface="DM Sans"/>
              <a:buNone/>
              <a:defRPr sz="1000">
                <a:latin typeface="DM Sans"/>
                <a:ea typeface="DM Sans"/>
                <a:cs typeface="DM Sans"/>
                <a:sym typeface="DM Sans"/>
              </a:defRPr>
            </a:lvl9pPr>
          </a:lstStyle>
          <a:p/>
        </p:txBody>
      </p:sp>
      <p:sp>
        <p:nvSpPr>
          <p:cNvPr id="390" name="Google Shape;390;p38"/>
          <p:cNvSpPr txBox="1"/>
          <p:nvPr>
            <p:ph type="title"/>
          </p:nvPr>
        </p:nvSpPr>
        <p:spPr>
          <a:xfrm>
            <a:off x="228600" y="460100"/>
            <a:ext cx="2834700" cy="587700"/>
          </a:xfrm>
          <a:prstGeom prst="rect">
            <a:avLst/>
          </a:prstGeom>
        </p:spPr>
        <p:txBody>
          <a:bodyPr anchorCtr="0" anchor="t" bIns="91425" lIns="0" spcFirstLastPara="1" rIns="91425" wrap="square" tIns="0">
            <a:spAutoFit/>
          </a:bodyPr>
          <a:lstStyle>
            <a:lvl1pPr lvl="0">
              <a:lnSpc>
                <a:spcPct val="7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2">
    <p:bg>
      <p:bgPr>
        <a:solidFill>
          <a:schemeClr val="dk2"/>
        </a:solidFill>
      </p:bgPr>
    </p:bg>
    <p:spTree>
      <p:nvGrpSpPr>
        <p:cNvPr id="391" name="Shape 391"/>
        <p:cNvGrpSpPr/>
        <p:nvPr/>
      </p:nvGrpSpPr>
      <p:grpSpPr>
        <a:xfrm>
          <a:off x="0" y="0"/>
          <a:ext cx="0" cy="0"/>
          <a:chOff x="0" y="0"/>
          <a:chExt cx="0" cy="0"/>
        </a:xfrm>
      </p:grpSpPr>
      <p:sp>
        <p:nvSpPr>
          <p:cNvPr id="392" name="Google Shape;392;p39"/>
          <p:cNvSpPr/>
          <p:nvPr/>
        </p:nvSpPr>
        <p:spPr>
          <a:xfrm>
            <a:off x="4618950" y="0"/>
            <a:ext cx="45252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orum"/>
              <a:ea typeface="Forum"/>
              <a:cs typeface="Forum"/>
              <a:sym typeface="Forum"/>
            </a:endParaRPr>
          </a:p>
        </p:txBody>
      </p:sp>
      <p:sp>
        <p:nvSpPr>
          <p:cNvPr id="393" name="Google Shape;393;p39"/>
          <p:cNvSpPr txBox="1"/>
          <p:nvPr>
            <p:ph type="title"/>
          </p:nvPr>
        </p:nvSpPr>
        <p:spPr>
          <a:xfrm>
            <a:off x="228600" y="4039700"/>
            <a:ext cx="4296300" cy="644100"/>
          </a:xfrm>
          <a:prstGeom prst="rect">
            <a:avLst/>
          </a:prstGeom>
        </p:spPr>
        <p:txBody>
          <a:bodyPr anchorCtr="0" anchor="b" bIns="0" lIns="0" spcFirstLastPara="1" rIns="91425" wrap="square" tIns="0">
            <a:noAutofit/>
          </a:bodyPr>
          <a:lstStyle>
            <a:lvl1pPr lvl="0">
              <a:lnSpc>
                <a:spcPct val="75000"/>
              </a:lnSpc>
              <a:spcBef>
                <a:spcPts val="0"/>
              </a:spcBef>
              <a:spcAft>
                <a:spcPts val="0"/>
              </a:spcAft>
              <a:buClr>
                <a:schemeClr val="lt1"/>
              </a:buClr>
              <a:buSzPts val="7000"/>
              <a:buFont typeface="Forum"/>
              <a:buNone/>
              <a:defRPr sz="7000"/>
            </a:lvl1pPr>
            <a:lvl2pPr lvl="1">
              <a:lnSpc>
                <a:spcPct val="75000"/>
              </a:lnSpc>
              <a:spcBef>
                <a:spcPts val="0"/>
              </a:spcBef>
              <a:spcAft>
                <a:spcPts val="0"/>
              </a:spcAft>
              <a:buClr>
                <a:schemeClr val="lt1"/>
              </a:buClr>
              <a:buSzPts val="7000"/>
              <a:buFont typeface="Forum"/>
              <a:buNone/>
              <a:defRPr sz="7000"/>
            </a:lvl2pPr>
            <a:lvl3pPr lvl="2">
              <a:lnSpc>
                <a:spcPct val="75000"/>
              </a:lnSpc>
              <a:spcBef>
                <a:spcPts val="0"/>
              </a:spcBef>
              <a:spcAft>
                <a:spcPts val="0"/>
              </a:spcAft>
              <a:buClr>
                <a:schemeClr val="lt1"/>
              </a:buClr>
              <a:buSzPts val="7000"/>
              <a:buFont typeface="Forum"/>
              <a:buNone/>
              <a:defRPr sz="7000"/>
            </a:lvl3pPr>
            <a:lvl4pPr lvl="3">
              <a:lnSpc>
                <a:spcPct val="75000"/>
              </a:lnSpc>
              <a:spcBef>
                <a:spcPts val="0"/>
              </a:spcBef>
              <a:spcAft>
                <a:spcPts val="0"/>
              </a:spcAft>
              <a:buClr>
                <a:schemeClr val="lt1"/>
              </a:buClr>
              <a:buSzPts val="7000"/>
              <a:buFont typeface="Forum"/>
              <a:buNone/>
              <a:defRPr sz="7000"/>
            </a:lvl4pPr>
            <a:lvl5pPr lvl="4">
              <a:lnSpc>
                <a:spcPct val="75000"/>
              </a:lnSpc>
              <a:spcBef>
                <a:spcPts val="0"/>
              </a:spcBef>
              <a:spcAft>
                <a:spcPts val="0"/>
              </a:spcAft>
              <a:buClr>
                <a:schemeClr val="lt1"/>
              </a:buClr>
              <a:buSzPts val="7000"/>
              <a:buFont typeface="Forum"/>
              <a:buNone/>
              <a:defRPr sz="7000"/>
            </a:lvl5pPr>
            <a:lvl6pPr lvl="5">
              <a:lnSpc>
                <a:spcPct val="75000"/>
              </a:lnSpc>
              <a:spcBef>
                <a:spcPts val="0"/>
              </a:spcBef>
              <a:spcAft>
                <a:spcPts val="0"/>
              </a:spcAft>
              <a:buClr>
                <a:schemeClr val="lt1"/>
              </a:buClr>
              <a:buSzPts val="7000"/>
              <a:buFont typeface="Forum"/>
              <a:buNone/>
              <a:defRPr sz="7000"/>
            </a:lvl6pPr>
            <a:lvl7pPr lvl="6">
              <a:lnSpc>
                <a:spcPct val="75000"/>
              </a:lnSpc>
              <a:spcBef>
                <a:spcPts val="0"/>
              </a:spcBef>
              <a:spcAft>
                <a:spcPts val="0"/>
              </a:spcAft>
              <a:buClr>
                <a:schemeClr val="lt1"/>
              </a:buClr>
              <a:buSzPts val="7000"/>
              <a:buFont typeface="Forum"/>
              <a:buNone/>
              <a:defRPr sz="7000"/>
            </a:lvl7pPr>
            <a:lvl8pPr lvl="7">
              <a:lnSpc>
                <a:spcPct val="75000"/>
              </a:lnSpc>
              <a:spcBef>
                <a:spcPts val="0"/>
              </a:spcBef>
              <a:spcAft>
                <a:spcPts val="0"/>
              </a:spcAft>
              <a:buClr>
                <a:schemeClr val="lt1"/>
              </a:buClr>
              <a:buSzPts val="7000"/>
              <a:buFont typeface="Forum"/>
              <a:buNone/>
              <a:defRPr sz="7000"/>
            </a:lvl8pPr>
            <a:lvl9pPr lvl="8">
              <a:lnSpc>
                <a:spcPct val="75000"/>
              </a:lnSpc>
              <a:spcBef>
                <a:spcPts val="0"/>
              </a:spcBef>
              <a:spcAft>
                <a:spcPts val="0"/>
              </a:spcAft>
              <a:buClr>
                <a:schemeClr val="lt1"/>
              </a:buClr>
              <a:buSzPts val="7000"/>
              <a:buFont typeface="Forum"/>
              <a:buNone/>
              <a:defRPr sz="7000"/>
            </a:lvl9pPr>
          </a:lstStyle>
          <a:p/>
        </p:txBody>
      </p:sp>
      <p:sp>
        <p:nvSpPr>
          <p:cNvPr id="394" name="Google Shape;394;p39"/>
          <p:cNvSpPr txBox="1"/>
          <p:nvPr>
            <p:ph idx="1" type="subTitle"/>
          </p:nvPr>
        </p:nvSpPr>
        <p:spPr>
          <a:xfrm>
            <a:off x="4994900" y="457200"/>
            <a:ext cx="3920400" cy="1342200"/>
          </a:xfrm>
          <a:prstGeom prst="rect">
            <a:avLst/>
          </a:prstGeom>
        </p:spPr>
        <p:txBody>
          <a:bodyPr anchorCtr="0" anchor="t" bIns="0" lIns="0" spcFirstLastPara="1" rIns="0" wrap="square" tIns="0">
            <a:spAutoFit/>
          </a:bodyPr>
          <a:lstStyle>
            <a:lvl1pPr lvl="0">
              <a:spcBef>
                <a:spcPts val="0"/>
              </a:spcBef>
              <a:spcAft>
                <a:spcPts val="0"/>
              </a:spcAft>
              <a:buNone/>
              <a:defRPr>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95" name="Shape 395"/>
        <p:cNvGrpSpPr/>
        <p:nvPr/>
      </p:nvGrpSpPr>
      <p:grpSpPr>
        <a:xfrm>
          <a:off x="0" y="0"/>
          <a:ext cx="0" cy="0"/>
          <a:chOff x="0" y="0"/>
          <a:chExt cx="0" cy="0"/>
        </a:xfrm>
      </p:grpSpPr>
      <p:sp>
        <p:nvSpPr>
          <p:cNvPr id="396" name="Google Shape;396;p4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97" name="Google Shape;397;p4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98" name="Shape 398"/>
        <p:cNvGrpSpPr/>
        <p:nvPr/>
      </p:nvGrpSpPr>
      <p:grpSpPr>
        <a:xfrm>
          <a:off x="0" y="0"/>
          <a:ext cx="0" cy="0"/>
          <a:chOff x="0" y="0"/>
          <a:chExt cx="0" cy="0"/>
        </a:xfrm>
      </p:grpSpPr>
      <p:sp>
        <p:nvSpPr>
          <p:cNvPr id="399" name="Google Shape;399;p4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00" name="Shape 400"/>
        <p:cNvGrpSpPr/>
        <p:nvPr/>
      </p:nvGrpSpPr>
      <p:grpSpPr>
        <a:xfrm>
          <a:off x="0" y="0"/>
          <a:ext cx="0" cy="0"/>
          <a:chOff x="0" y="0"/>
          <a:chExt cx="0" cy="0"/>
        </a:xfrm>
      </p:grpSpPr>
      <p:sp>
        <p:nvSpPr>
          <p:cNvPr id="401" name="Google Shape;401;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2" name="Google Shape;402;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03" name="Shape 403"/>
        <p:cNvGrpSpPr/>
        <p:nvPr/>
      </p:nvGrpSpPr>
      <p:grpSpPr>
        <a:xfrm>
          <a:off x="0" y="0"/>
          <a:ext cx="0" cy="0"/>
          <a:chOff x="0" y="0"/>
          <a:chExt cx="0" cy="0"/>
        </a:xfrm>
      </p:grpSpPr>
      <p:sp>
        <p:nvSpPr>
          <p:cNvPr id="404" name="Google Shape;404;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5" name="Google Shape;405;p4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6" name="Google Shape;406;p43"/>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07" name="Shape 407"/>
        <p:cNvGrpSpPr/>
        <p:nvPr/>
      </p:nvGrpSpPr>
      <p:grpSpPr>
        <a:xfrm>
          <a:off x="0" y="0"/>
          <a:ext cx="0" cy="0"/>
          <a:chOff x="0" y="0"/>
          <a:chExt cx="0" cy="0"/>
        </a:xfrm>
      </p:grpSpPr>
      <p:sp>
        <p:nvSpPr>
          <p:cNvPr id="408" name="Google Shape;408;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09" name="Shape 409"/>
        <p:cNvGrpSpPr/>
        <p:nvPr/>
      </p:nvGrpSpPr>
      <p:grpSpPr>
        <a:xfrm>
          <a:off x="0" y="0"/>
          <a:ext cx="0" cy="0"/>
          <a:chOff x="0" y="0"/>
          <a:chExt cx="0" cy="0"/>
        </a:xfrm>
      </p:grpSpPr>
      <p:sp>
        <p:nvSpPr>
          <p:cNvPr id="410" name="Google Shape;410;p4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1" name="Google Shape;411;p4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12" name="Shape 412"/>
        <p:cNvGrpSpPr/>
        <p:nvPr/>
      </p:nvGrpSpPr>
      <p:grpSpPr>
        <a:xfrm>
          <a:off x="0" y="0"/>
          <a:ext cx="0" cy="0"/>
          <a:chOff x="0" y="0"/>
          <a:chExt cx="0" cy="0"/>
        </a:xfrm>
      </p:grpSpPr>
      <p:sp>
        <p:nvSpPr>
          <p:cNvPr id="413" name="Google Shape;413;p4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14" name="Shape 414"/>
        <p:cNvGrpSpPr/>
        <p:nvPr/>
      </p:nvGrpSpPr>
      <p:grpSpPr>
        <a:xfrm>
          <a:off x="0" y="0"/>
          <a:ext cx="0" cy="0"/>
          <a:chOff x="0" y="0"/>
          <a:chExt cx="0" cy="0"/>
        </a:xfrm>
      </p:grpSpPr>
      <p:sp>
        <p:nvSpPr>
          <p:cNvPr id="415" name="Google Shape;415;p4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16" name="Google Shape;416;p4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17" name="Google Shape;417;p4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18" name="Shape 418"/>
        <p:cNvGrpSpPr/>
        <p:nvPr/>
      </p:nvGrpSpPr>
      <p:grpSpPr>
        <a:xfrm>
          <a:off x="0" y="0"/>
          <a:ext cx="0" cy="0"/>
          <a:chOff x="0" y="0"/>
          <a:chExt cx="0" cy="0"/>
        </a:xfrm>
      </p:grpSpPr>
      <p:sp>
        <p:nvSpPr>
          <p:cNvPr id="419" name="Google Shape;419;p4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20" name="Shape 420"/>
        <p:cNvGrpSpPr/>
        <p:nvPr/>
      </p:nvGrpSpPr>
      <p:grpSpPr>
        <a:xfrm>
          <a:off x="0" y="0"/>
          <a:ext cx="0" cy="0"/>
          <a:chOff x="0" y="0"/>
          <a:chExt cx="0" cy="0"/>
        </a:xfrm>
      </p:grpSpPr>
      <p:sp>
        <p:nvSpPr>
          <p:cNvPr id="421" name="Google Shape;421;p4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22" name="Google Shape;422;p4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23" name="Shape 423"/>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24" name="Shape 424"/>
        <p:cNvGrpSpPr/>
        <p:nvPr/>
      </p:nvGrpSpPr>
      <p:grpSpPr>
        <a:xfrm>
          <a:off x="0" y="0"/>
          <a:ext cx="0" cy="0"/>
          <a:chOff x="0" y="0"/>
          <a:chExt cx="0" cy="0"/>
        </a:xfrm>
      </p:grpSpPr>
      <p:sp>
        <p:nvSpPr>
          <p:cNvPr id="425" name="Google Shape;425;p5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6" name="Google Shape;426;p5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7" name="Google Shape;427;p5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8" name="Google Shape;428;p5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9" name="Google Shape;429;p5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5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5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32" name="Shape 432"/>
        <p:cNvGrpSpPr/>
        <p:nvPr/>
      </p:nvGrpSpPr>
      <p:grpSpPr>
        <a:xfrm>
          <a:off x="0" y="0"/>
          <a:ext cx="0" cy="0"/>
          <a:chOff x="0" y="0"/>
          <a:chExt cx="0" cy="0"/>
        </a:xfrm>
      </p:grpSpPr>
      <p:sp>
        <p:nvSpPr>
          <p:cNvPr id="433" name="Google Shape;433;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4" name="Google Shape;434;p5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35" name="Google Shape;435;p5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36" name="Shape 436"/>
        <p:cNvGrpSpPr/>
        <p:nvPr/>
      </p:nvGrpSpPr>
      <p:grpSpPr>
        <a:xfrm>
          <a:off x="0" y="0"/>
          <a:ext cx="0" cy="0"/>
          <a:chOff x="0" y="0"/>
          <a:chExt cx="0" cy="0"/>
        </a:xfrm>
      </p:grpSpPr>
      <p:sp>
        <p:nvSpPr>
          <p:cNvPr id="437" name="Google Shape;437;p5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38" name="Google Shape;438;p5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39" name="Google Shape;439;p5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0" name="Google Shape;440;p5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42" name="Shape 442"/>
        <p:cNvGrpSpPr/>
        <p:nvPr/>
      </p:nvGrpSpPr>
      <p:grpSpPr>
        <a:xfrm>
          <a:off x="0" y="0"/>
          <a:ext cx="0" cy="0"/>
          <a:chOff x="0" y="0"/>
          <a:chExt cx="0" cy="0"/>
        </a:xfrm>
      </p:grpSpPr>
      <p:sp>
        <p:nvSpPr>
          <p:cNvPr id="443" name="Google Shape;443;p5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44" name="Google Shape;444;p5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5" name="Google Shape;445;p5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46" name="Google Shape;446;p5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7" name="Google Shape;447;p5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8" name="Google Shape;448;p5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9" name="Google Shape;449;p5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50" name="Shape 450"/>
        <p:cNvGrpSpPr/>
        <p:nvPr/>
      </p:nvGrpSpPr>
      <p:grpSpPr>
        <a:xfrm>
          <a:off x="0" y="0"/>
          <a:ext cx="0" cy="0"/>
          <a:chOff x="0" y="0"/>
          <a:chExt cx="0" cy="0"/>
        </a:xfrm>
      </p:grpSpPr>
      <p:sp>
        <p:nvSpPr>
          <p:cNvPr id="451" name="Google Shape;451;p5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52" name="Google Shape;452;p5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53" name="Google Shape;453;p5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54" name="Google Shape;454;p5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55" name="Google Shape;455;p5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6" name="Google Shape;456;p5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7" name="Google Shape;457;p5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8" name="Google Shape;458;p5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9" name="Google Shape;459;p5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60" name="Shape 460"/>
        <p:cNvGrpSpPr/>
        <p:nvPr/>
      </p:nvGrpSpPr>
      <p:grpSpPr>
        <a:xfrm>
          <a:off x="0" y="0"/>
          <a:ext cx="0" cy="0"/>
          <a:chOff x="0" y="0"/>
          <a:chExt cx="0" cy="0"/>
        </a:xfrm>
      </p:grpSpPr>
      <p:sp>
        <p:nvSpPr>
          <p:cNvPr id="461" name="Google Shape;461;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2" name="Google Shape;462;p5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63" name="Shape 463"/>
        <p:cNvGrpSpPr/>
        <p:nvPr/>
      </p:nvGrpSpPr>
      <p:grpSpPr>
        <a:xfrm>
          <a:off x="0" y="0"/>
          <a:ext cx="0" cy="0"/>
          <a:chOff x="0" y="0"/>
          <a:chExt cx="0" cy="0"/>
        </a:xfrm>
      </p:grpSpPr>
      <p:sp>
        <p:nvSpPr>
          <p:cNvPr id="464" name="Google Shape;464;p5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465" name="Google Shape;465;p57"/>
          <p:cNvSpPr/>
          <p:nvPr>
            <p:ph idx="2" type="pic"/>
          </p:nvPr>
        </p:nvSpPr>
        <p:spPr>
          <a:xfrm>
            <a:off x="4804825" y="1133300"/>
            <a:ext cx="4027500" cy="2392800"/>
          </a:xfrm>
          <a:prstGeom prst="rect">
            <a:avLst/>
          </a:prstGeom>
          <a:noFill/>
          <a:ln>
            <a:noFill/>
          </a:ln>
        </p:spPr>
      </p:sp>
      <p:sp>
        <p:nvSpPr>
          <p:cNvPr id="466" name="Google Shape;466;p57"/>
          <p:cNvSpPr/>
          <p:nvPr>
            <p:ph idx="3" type="pic"/>
          </p:nvPr>
        </p:nvSpPr>
        <p:spPr>
          <a:xfrm>
            <a:off x="311725" y="1133300"/>
            <a:ext cx="4027500" cy="2392800"/>
          </a:xfrm>
          <a:prstGeom prst="rect">
            <a:avLst/>
          </a:prstGeom>
          <a:noFill/>
          <a:ln>
            <a:noFill/>
          </a:ln>
        </p:spPr>
      </p:sp>
      <p:sp>
        <p:nvSpPr>
          <p:cNvPr id="467" name="Google Shape;467;p5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68" name="Google Shape;468;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9" name="Google Shape;469;p5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70" name="Google Shape;470;p5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71" name="Shape 471"/>
        <p:cNvGrpSpPr/>
        <p:nvPr/>
      </p:nvGrpSpPr>
      <p:grpSpPr>
        <a:xfrm>
          <a:off x="0" y="0"/>
          <a:ext cx="0" cy="0"/>
          <a:chOff x="0" y="0"/>
          <a:chExt cx="0" cy="0"/>
        </a:xfrm>
      </p:grpSpPr>
      <p:sp>
        <p:nvSpPr>
          <p:cNvPr id="472" name="Google Shape;472;p5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473" name="Google Shape;473;p58"/>
          <p:cNvSpPr/>
          <p:nvPr>
            <p:ph idx="2" type="pic"/>
          </p:nvPr>
        </p:nvSpPr>
        <p:spPr>
          <a:xfrm>
            <a:off x="6205225" y="1128325"/>
            <a:ext cx="2627100" cy="2273100"/>
          </a:xfrm>
          <a:prstGeom prst="rect">
            <a:avLst/>
          </a:prstGeom>
          <a:noFill/>
          <a:ln>
            <a:noFill/>
          </a:ln>
        </p:spPr>
      </p:sp>
      <p:sp>
        <p:nvSpPr>
          <p:cNvPr id="474" name="Google Shape;474;p58"/>
          <p:cNvSpPr/>
          <p:nvPr>
            <p:ph idx="3" type="pic"/>
          </p:nvPr>
        </p:nvSpPr>
        <p:spPr>
          <a:xfrm>
            <a:off x="311725" y="1128325"/>
            <a:ext cx="2627100" cy="2273100"/>
          </a:xfrm>
          <a:prstGeom prst="rect">
            <a:avLst/>
          </a:prstGeom>
          <a:noFill/>
          <a:ln>
            <a:noFill/>
          </a:ln>
        </p:spPr>
      </p:sp>
      <p:sp>
        <p:nvSpPr>
          <p:cNvPr id="475" name="Google Shape;475;p5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76" name="Google Shape;476;p58"/>
          <p:cNvSpPr/>
          <p:nvPr>
            <p:ph idx="5" type="pic"/>
          </p:nvPr>
        </p:nvSpPr>
        <p:spPr>
          <a:xfrm>
            <a:off x="3255250" y="1128325"/>
            <a:ext cx="2627100" cy="2273100"/>
          </a:xfrm>
          <a:prstGeom prst="rect">
            <a:avLst/>
          </a:prstGeom>
          <a:noFill/>
          <a:ln>
            <a:noFill/>
          </a:ln>
        </p:spPr>
      </p:sp>
      <p:sp>
        <p:nvSpPr>
          <p:cNvPr id="477" name="Google Shape;477;p5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78" name="Google Shape;478;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9" name="Google Shape;479;p5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0" name="Google Shape;480;p5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1" name="Google Shape;481;p5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82" name="Shape 482"/>
        <p:cNvGrpSpPr/>
        <p:nvPr/>
      </p:nvGrpSpPr>
      <p:grpSpPr>
        <a:xfrm>
          <a:off x="0" y="0"/>
          <a:ext cx="0" cy="0"/>
          <a:chOff x="0" y="0"/>
          <a:chExt cx="0" cy="0"/>
        </a:xfrm>
      </p:grpSpPr>
      <p:sp>
        <p:nvSpPr>
          <p:cNvPr id="483" name="Google Shape;483;p5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84" name="Shape 484"/>
        <p:cNvGrpSpPr/>
        <p:nvPr/>
      </p:nvGrpSpPr>
      <p:grpSpPr>
        <a:xfrm>
          <a:off x="0" y="0"/>
          <a:ext cx="0" cy="0"/>
          <a:chOff x="0" y="0"/>
          <a:chExt cx="0" cy="0"/>
        </a:xfrm>
      </p:grpSpPr>
      <p:sp>
        <p:nvSpPr>
          <p:cNvPr id="485" name="Google Shape;485;p60"/>
          <p:cNvSpPr/>
          <p:nvPr>
            <p:ph idx="2" type="pic"/>
          </p:nvPr>
        </p:nvSpPr>
        <p:spPr>
          <a:xfrm>
            <a:off x="3389600" y="118913"/>
            <a:ext cx="1643700" cy="1535100"/>
          </a:xfrm>
          <a:prstGeom prst="rect">
            <a:avLst/>
          </a:prstGeom>
          <a:noFill/>
          <a:ln>
            <a:noFill/>
          </a:ln>
        </p:spPr>
      </p:sp>
      <p:sp>
        <p:nvSpPr>
          <p:cNvPr id="486" name="Google Shape;486;p60"/>
          <p:cNvSpPr/>
          <p:nvPr>
            <p:ph idx="3" type="pic"/>
          </p:nvPr>
        </p:nvSpPr>
        <p:spPr>
          <a:xfrm>
            <a:off x="5195935" y="118913"/>
            <a:ext cx="1643700" cy="1535100"/>
          </a:xfrm>
          <a:prstGeom prst="rect">
            <a:avLst/>
          </a:prstGeom>
          <a:noFill/>
          <a:ln>
            <a:noFill/>
          </a:ln>
        </p:spPr>
      </p:sp>
      <p:sp>
        <p:nvSpPr>
          <p:cNvPr id="487" name="Google Shape;487;p60"/>
          <p:cNvSpPr/>
          <p:nvPr>
            <p:ph idx="4" type="pic"/>
          </p:nvPr>
        </p:nvSpPr>
        <p:spPr>
          <a:xfrm>
            <a:off x="7002270" y="118913"/>
            <a:ext cx="1643700" cy="1535100"/>
          </a:xfrm>
          <a:prstGeom prst="rect">
            <a:avLst/>
          </a:prstGeom>
          <a:noFill/>
          <a:ln>
            <a:noFill/>
          </a:ln>
        </p:spPr>
      </p:sp>
      <p:sp>
        <p:nvSpPr>
          <p:cNvPr id="488" name="Google Shape;488;p60"/>
          <p:cNvSpPr/>
          <p:nvPr>
            <p:ph idx="5" type="pic"/>
          </p:nvPr>
        </p:nvSpPr>
        <p:spPr>
          <a:xfrm>
            <a:off x="3389588" y="1804212"/>
            <a:ext cx="1643700" cy="1535100"/>
          </a:xfrm>
          <a:prstGeom prst="rect">
            <a:avLst/>
          </a:prstGeom>
          <a:noFill/>
          <a:ln>
            <a:noFill/>
          </a:ln>
        </p:spPr>
      </p:sp>
      <p:sp>
        <p:nvSpPr>
          <p:cNvPr id="489" name="Google Shape;489;p60"/>
          <p:cNvSpPr/>
          <p:nvPr>
            <p:ph idx="6" type="pic"/>
          </p:nvPr>
        </p:nvSpPr>
        <p:spPr>
          <a:xfrm>
            <a:off x="5195922" y="1804212"/>
            <a:ext cx="1643700" cy="1535100"/>
          </a:xfrm>
          <a:prstGeom prst="rect">
            <a:avLst/>
          </a:prstGeom>
          <a:noFill/>
          <a:ln>
            <a:noFill/>
          </a:ln>
        </p:spPr>
      </p:sp>
      <p:sp>
        <p:nvSpPr>
          <p:cNvPr id="490" name="Google Shape;490;p60"/>
          <p:cNvSpPr/>
          <p:nvPr>
            <p:ph idx="7" type="pic"/>
          </p:nvPr>
        </p:nvSpPr>
        <p:spPr>
          <a:xfrm>
            <a:off x="7002257" y="1804212"/>
            <a:ext cx="1643700" cy="1535100"/>
          </a:xfrm>
          <a:prstGeom prst="rect">
            <a:avLst/>
          </a:prstGeom>
          <a:noFill/>
          <a:ln>
            <a:noFill/>
          </a:ln>
        </p:spPr>
      </p:sp>
      <p:sp>
        <p:nvSpPr>
          <p:cNvPr id="491" name="Google Shape;491;p6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2" name="Google Shape;492;p60"/>
          <p:cNvSpPr/>
          <p:nvPr>
            <p:ph idx="8" type="pic"/>
          </p:nvPr>
        </p:nvSpPr>
        <p:spPr>
          <a:xfrm>
            <a:off x="3389588" y="3489487"/>
            <a:ext cx="1643700" cy="1535100"/>
          </a:xfrm>
          <a:prstGeom prst="rect">
            <a:avLst/>
          </a:prstGeom>
          <a:noFill/>
          <a:ln>
            <a:noFill/>
          </a:ln>
        </p:spPr>
      </p:sp>
      <p:sp>
        <p:nvSpPr>
          <p:cNvPr id="493" name="Google Shape;493;p60"/>
          <p:cNvSpPr/>
          <p:nvPr>
            <p:ph idx="9" type="pic"/>
          </p:nvPr>
        </p:nvSpPr>
        <p:spPr>
          <a:xfrm>
            <a:off x="5195922" y="3489487"/>
            <a:ext cx="1643700" cy="1535100"/>
          </a:xfrm>
          <a:prstGeom prst="rect">
            <a:avLst/>
          </a:prstGeom>
          <a:noFill/>
          <a:ln>
            <a:noFill/>
          </a:ln>
        </p:spPr>
      </p:sp>
      <p:sp>
        <p:nvSpPr>
          <p:cNvPr id="494" name="Google Shape;494;p6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slideLayout" Target="../slideLayouts/slideLayout57.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48" Type="http://schemas.openxmlformats.org/officeDocument/2006/relationships/theme" Target="../theme/theme3.xml"/><Relationship Id="rId25" Type="http://schemas.openxmlformats.org/officeDocument/2006/relationships/slideLayout" Target="../slideLayouts/slideLayout36.xml"/><Relationship Id="rId47" Type="http://schemas.openxmlformats.org/officeDocument/2006/relationships/slideLayout" Target="../slideLayouts/slideLayout58.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lt1"/>
              </a:buClr>
              <a:buSzPts val="1000"/>
              <a:buFont typeface="DM Sans"/>
              <a:buChar char="●"/>
              <a:defRPr sz="1000">
                <a:solidFill>
                  <a:schemeClr val="lt1"/>
                </a:solidFill>
                <a:latin typeface="DM Sans"/>
                <a:ea typeface="DM Sans"/>
                <a:cs typeface="DM Sans"/>
                <a:sym typeface="DM Sans"/>
              </a:defRPr>
            </a:lvl1pPr>
            <a:lvl2pPr indent="-292100" lvl="1" marL="914400">
              <a:lnSpc>
                <a:spcPct val="115000"/>
              </a:lnSpc>
              <a:spcBef>
                <a:spcPts val="800"/>
              </a:spcBef>
              <a:spcAft>
                <a:spcPts val="0"/>
              </a:spcAft>
              <a:buClr>
                <a:schemeClr val="lt1"/>
              </a:buClr>
              <a:buSzPts val="1000"/>
              <a:buFont typeface="DM Sans"/>
              <a:buChar char="○"/>
              <a:defRPr sz="1000">
                <a:solidFill>
                  <a:schemeClr val="lt1"/>
                </a:solidFill>
                <a:latin typeface="DM Sans"/>
                <a:ea typeface="DM Sans"/>
                <a:cs typeface="DM Sans"/>
                <a:sym typeface="DM Sans"/>
              </a:defRPr>
            </a:lvl2pPr>
            <a:lvl3pPr indent="-292100" lvl="2" marL="1371600">
              <a:lnSpc>
                <a:spcPct val="115000"/>
              </a:lnSpc>
              <a:spcBef>
                <a:spcPts val="800"/>
              </a:spcBef>
              <a:spcAft>
                <a:spcPts val="0"/>
              </a:spcAft>
              <a:buClr>
                <a:schemeClr val="lt1"/>
              </a:buClr>
              <a:buSzPts val="1000"/>
              <a:buFont typeface="DM Sans"/>
              <a:buChar char="■"/>
              <a:defRPr sz="1000">
                <a:solidFill>
                  <a:schemeClr val="lt1"/>
                </a:solidFill>
                <a:latin typeface="DM Sans"/>
                <a:ea typeface="DM Sans"/>
                <a:cs typeface="DM Sans"/>
                <a:sym typeface="DM Sans"/>
              </a:defRPr>
            </a:lvl3pPr>
            <a:lvl4pPr indent="-292100" lvl="3" marL="1828800">
              <a:lnSpc>
                <a:spcPct val="115000"/>
              </a:lnSpc>
              <a:spcBef>
                <a:spcPts val="800"/>
              </a:spcBef>
              <a:spcAft>
                <a:spcPts val="0"/>
              </a:spcAft>
              <a:buClr>
                <a:schemeClr val="lt1"/>
              </a:buClr>
              <a:buSzPts val="1000"/>
              <a:buFont typeface="DM Sans"/>
              <a:buChar char="●"/>
              <a:defRPr sz="1000">
                <a:solidFill>
                  <a:schemeClr val="lt1"/>
                </a:solidFill>
                <a:latin typeface="DM Sans"/>
                <a:ea typeface="DM Sans"/>
                <a:cs typeface="DM Sans"/>
                <a:sym typeface="DM Sans"/>
              </a:defRPr>
            </a:lvl4pPr>
            <a:lvl5pPr indent="-292100" lvl="4" marL="2286000">
              <a:lnSpc>
                <a:spcPct val="115000"/>
              </a:lnSpc>
              <a:spcBef>
                <a:spcPts val="800"/>
              </a:spcBef>
              <a:spcAft>
                <a:spcPts val="0"/>
              </a:spcAft>
              <a:buClr>
                <a:schemeClr val="lt1"/>
              </a:buClr>
              <a:buSzPts val="1000"/>
              <a:buFont typeface="DM Sans"/>
              <a:buChar char="○"/>
              <a:defRPr sz="1000">
                <a:solidFill>
                  <a:schemeClr val="lt1"/>
                </a:solidFill>
                <a:latin typeface="DM Sans"/>
                <a:ea typeface="DM Sans"/>
                <a:cs typeface="DM Sans"/>
                <a:sym typeface="DM Sans"/>
              </a:defRPr>
            </a:lvl5pPr>
            <a:lvl6pPr indent="-292100" lvl="5" marL="2743200">
              <a:lnSpc>
                <a:spcPct val="115000"/>
              </a:lnSpc>
              <a:spcBef>
                <a:spcPts val="800"/>
              </a:spcBef>
              <a:spcAft>
                <a:spcPts val="0"/>
              </a:spcAft>
              <a:buClr>
                <a:schemeClr val="lt1"/>
              </a:buClr>
              <a:buSzPts val="1000"/>
              <a:buFont typeface="DM Sans"/>
              <a:buChar char="■"/>
              <a:defRPr sz="1000">
                <a:solidFill>
                  <a:schemeClr val="lt1"/>
                </a:solidFill>
                <a:latin typeface="DM Sans"/>
                <a:ea typeface="DM Sans"/>
                <a:cs typeface="DM Sans"/>
                <a:sym typeface="DM Sans"/>
              </a:defRPr>
            </a:lvl6pPr>
            <a:lvl7pPr indent="-292100" lvl="6" marL="3200400">
              <a:lnSpc>
                <a:spcPct val="115000"/>
              </a:lnSpc>
              <a:spcBef>
                <a:spcPts val="800"/>
              </a:spcBef>
              <a:spcAft>
                <a:spcPts val="0"/>
              </a:spcAft>
              <a:buClr>
                <a:schemeClr val="lt1"/>
              </a:buClr>
              <a:buSzPts val="1000"/>
              <a:buFont typeface="DM Sans"/>
              <a:buChar char="●"/>
              <a:defRPr sz="1000">
                <a:solidFill>
                  <a:schemeClr val="lt1"/>
                </a:solidFill>
                <a:latin typeface="DM Sans"/>
                <a:ea typeface="DM Sans"/>
                <a:cs typeface="DM Sans"/>
                <a:sym typeface="DM Sans"/>
              </a:defRPr>
            </a:lvl7pPr>
            <a:lvl8pPr indent="-292100" lvl="7" marL="3657600">
              <a:lnSpc>
                <a:spcPct val="115000"/>
              </a:lnSpc>
              <a:spcBef>
                <a:spcPts val="800"/>
              </a:spcBef>
              <a:spcAft>
                <a:spcPts val="0"/>
              </a:spcAft>
              <a:buClr>
                <a:schemeClr val="lt1"/>
              </a:buClr>
              <a:buSzPts val="1000"/>
              <a:buFont typeface="DM Sans"/>
              <a:buChar char="○"/>
              <a:defRPr sz="1000">
                <a:solidFill>
                  <a:schemeClr val="lt1"/>
                </a:solidFill>
                <a:latin typeface="DM Sans"/>
                <a:ea typeface="DM Sans"/>
                <a:cs typeface="DM Sans"/>
                <a:sym typeface="DM Sans"/>
              </a:defRPr>
            </a:lvl8pPr>
            <a:lvl9pPr indent="-292100" lvl="8" marL="4114800">
              <a:lnSpc>
                <a:spcPct val="115000"/>
              </a:lnSpc>
              <a:spcBef>
                <a:spcPts val="800"/>
              </a:spcBef>
              <a:spcAft>
                <a:spcPts val="800"/>
              </a:spcAft>
              <a:buClr>
                <a:schemeClr val="lt1"/>
              </a:buClr>
              <a:buSzPts val="1000"/>
              <a:buFont typeface="DM Sans"/>
              <a:buChar char="■"/>
              <a:defRPr sz="1000">
                <a:solidFill>
                  <a:schemeClr val="lt1"/>
                </a:solidFill>
                <a:latin typeface="DM Sans"/>
                <a:ea typeface="DM Sans"/>
                <a:cs typeface="DM Sans"/>
                <a:sym typeface="DM Sans"/>
              </a:defRPr>
            </a:lvl9pPr>
          </a:lstStyle>
          <a:p/>
        </p:txBody>
      </p:sp>
      <p:sp>
        <p:nvSpPr>
          <p:cNvPr id="52" name="Google Shape;52;p13"/>
          <p:cNvSpPr txBox="1"/>
          <p:nvPr>
            <p:ph type="title"/>
          </p:nvPr>
        </p:nvSpPr>
        <p:spPr>
          <a:xfrm>
            <a:off x="329650" y="511500"/>
            <a:ext cx="6115200" cy="540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Forum"/>
              <a:buNone/>
              <a:defRPr sz="3000">
                <a:solidFill>
                  <a:schemeClr val="lt1"/>
                </a:solidFill>
                <a:latin typeface="Forum"/>
                <a:ea typeface="Forum"/>
                <a:cs typeface="Forum"/>
                <a:sym typeface="Forum"/>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53" name="Google Shape;53;p13"/>
          <p:cNvSpPr txBox="1"/>
          <p:nvPr>
            <p:ph idx="2" type="body"/>
          </p:nvPr>
        </p:nvSpPr>
        <p:spPr>
          <a:xfrm>
            <a:off x="4291000" y="1562975"/>
            <a:ext cx="3728400" cy="25632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DM Sans"/>
              <a:buChar char="●"/>
              <a:defRPr sz="1000">
                <a:solidFill>
                  <a:schemeClr val="lt1"/>
                </a:solidFill>
                <a:latin typeface="DM Sans"/>
                <a:ea typeface="DM Sans"/>
                <a:cs typeface="DM Sans"/>
                <a:sym typeface="DM Sans"/>
              </a:defRPr>
            </a:lvl1pPr>
            <a:lvl2pPr indent="-292100" lvl="1" marL="914400">
              <a:spcBef>
                <a:spcPts val="0"/>
              </a:spcBef>
              <a:spcAft>
                <a:spcPts val="0"/>
              </a:spcAft>
              <a:buClr>
                <a:schemeClr val="lt1"/>
              </a:buClr>
              <a:buSzPts val="1000"/>
              <a:buFont typeface="DM Sans"/>
              <a:buChar char="○"/>
              <a:defRPr sz="1000">
                <a:solidFill>
                  <a:schemeClr val="lt1"/>
                </a:solidFill>
                <a:latin typeface="DM Sans"/>
                <a:ea typeface="DM Sans"/>
                <a:cs typeface="DM Sans"/>
                <a:sym typeface="DM Sans"/>
              </a:defRPr>
            </a:lvl2pPr>
            <a:lvl3pPr indent="-292100" lvl="2" marL="1371600">
              <a:spcBef>
                <a:spcPts val="0"/>
              </a:spcBef>
              <a:spcAft>
                <a:spcPts val="0"/>
              </a:spcAft>
              <a:buClr>
                <a:schemeClr val="lt1"/>
              </a:buClr>
              <a:buSzPts val="1000"/>
              <a:buFont typeface="DM Sans"/>
              <a:buChar char="■"/>
              <a:defRPr sz="1000">
                <a:solidFill>
                  <a:schemeClr val="lt1"/>
                </a:solidFill>
                <a:latin typeface="DM Sans"/>
                <a:ea typeface="DM Sans"/>
                <a:cs typeface="DM Sans"/>
                <a:sym typeface="DM Sans"/>
              </a:defRPr>
            </a:lvl3pPr>
            <a:lvl4pPr indent="-292100" lvl="3" marL="1828800">
              <a:spcBef>
                <a:spcPts val="0"/>
              </a:spcBef>
              <a:spcAft>
                <a:spcPts val="0"/>
              </a:spcAft>
              <a:buClr>
                <a:schemeClr val="lt1"/>
              </a:buClr>
              <a:buSzPts val="1000"/>
              <a:buFont typeface="DM Sans"/>
              <a:buChar char="●"/>
              <a:defRPr sz="1000">
                <a:solidFill>
                  <a:schemeClr val="lt1"/>
                </a:solidFill>
                <a:latin typeface="DM Sans"/>
                <a:ea typeface="DM Sans"/>
                <a:cs typeface="DM Sans"/>
                <a:sym typeface="DM Sans"/>
              </a:defRPr>
            </a:lvl4pPr>
            <a:lvl5pPr indent="-292100" lvl="4" marL="2286000">
              <a:spcBef>
                <a:spcPts val="0"/>
              </a:spcBef>
              <a:spcAft>
                <a:spcPts val="0"/>
              </a:spcAft>
              <a:buClr>
                <a:schemeClr val="lt1"/>
              </a:buClr>
              <a:buSzPts val="1000"/>
              <a:buFont typeface="DM Sans"/>
              <a:buChar char="○"/>
              <a:defRPr sz="1000">
                <a:solidFill>
                  <a:schemeClr val="lt1"/>
                </a:solidFill>
                <a:latin typeface="DM Sans"/>
                <a:ea typeface="DM Sans"/>
                <a:cs typeface="DM Sans"/>
                <a:sym typeface="DM Sans"/>
              </a:defRPr>
            </a:lvl5pPr>
            <a:lvl6pPr indent="-292100" lvl="5" marL="2743200">
              <a:spcBef>
                <a:spcPts val="0"/>
              </a:spcBef>
              <a:spcAft>
                <a:spcPts val="0"/>
              </a:spcAft>
              <a:buClr>
                <a:schemeClr val="lt1"/>
              </a:buClr>
              <a:buSzPts val="1000"/>
              <a:buFont typeface="DM Sans"/>
              <a:buChar char="■"/>
              <a:defRPr sz="1000">
                <a:solidFill>
                  <a:schemeClr val="lt1"/>
                </a:solidFill>
                <a:latin typeface="DM Sans"/>
                <a:ea typeface="DM Sans"/>
                <a:cs typeface="DM Sans"/>
                <a:sym typeface="DM Sans"/>
              </a:defRPr>
            </a:lvl6pPr>
            <a:lvl7pPr indent="-292100" lvl="6" marL="3200400">
              <a:spcBef>
                <a:spcPts val="0"/>
              </a:spcBef>
              <a:spcAft>
                <a:spcPts val="0"/>
              </a:spcAft>
              <a:buClr>
                <a:schemeClr val="lt1"/>
              </a:buClr>
              <a:buSzPts val="1000"/>
              <a:buFont typeface="DM Sans"/>
              <a:buChar char="●"/>
              <a:defRPr sz="1000">
                <a:solidFill>
                  <a:schemeClr val="lt1"/>
                </a:solidFill>
                <a:latin typeface="DM Sans"/>
                <a:ea typeface="DM Sans"/>
                <a:cs typeface="DM Sans"/>
                <a:sym typeface="DM Sans"/>
              </a:defRPr>
            </a:lvl7pPr>
            <a:lvl8pPr indent="-292100" lvl="7" marL="3657600">
              <a:spcBef>
                <a:spcPts val="0"/>
              </a:spcBef>
              <a:spcAft>
                <a:spcPts val="0"/>
              </a:spcAft>
              <a:buClr>
                <a:schemeClr val="lt1"/>
              </a:buClr>
              <a:buSzPts val="1000"/>
              <a:buFont typeface="DM Sans"/>
              <a:buChar char="○"/>
              <a:defRPr sz="1000">
                <a:solidFill>
                  <a:schemeClr val="lt1"/>
                </a:solidFill>
                <a:latin typeface="DM Sans"/>
                <a:ea typeface="DM Sans"/>
                <a:cs typeface="DM Sans"/>
                <a:sym typeface="DM Sans"/>
              </a:defRPr>
            </a:lvl8pPr>
            <a:lvl9pPr indent="-292100" lvl="8" marL="4114800">
              <a:spcBef>
                <a:spcPts val="0"/>
              </a:spcBef>
              <a:spcAft>
                <a:spcPts val="0"/>
              </a:spcAft>
              <a:buClr>
                <a:schemeClr val="lt1"/>
              </a:buClr>
              <a:buSzPts val="1000"/>
              <a:buFont typeface="DM Sans"/>
              <a:buChar char="■"/>
              <a:defRPr sz="10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1"/>
          <p:cNvSpPr txBox="1"/>
          <p:nvPr>
            <p:ph type="title"/>
          </p:nvPr>
        </p:nvSpPr>
        <p:spPr>
          <a:xfrm>
            <a:off x="228600" y="3389761"/>
            <a:ext cx="4704000" cy="1590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Economic Forecasting</a:t>
            </a:r>
            <a:endParaRPr/>
          </a:p>
          <a:p>
            <a:pPr indent="0" lvl="0" marL="0" rtl="0" algn="l">
              <a:spcBef>
                <a:spcPts val="0"/>
              </a:spcBef>
              <a:spcAft>
                <a:spcPts val="0"/>
              </a:spcAft>
              <a:buNone/>
            </a:pPr>
            <a:r>
              <a:rPr lang="en"/>
              <a:t>Carl Fletcher </a:t>
            </a:r>
            <a:endParaRPr/>
          </a:p>
        </p:txBody>
      </p:sp>
      <p:sp>
        <p:nvSpPr>
          <p:cNvPr id="500" name="Google Shape;500;p61"/>
          <p:cNvSpPr txBox="1"/>
          <p:nvPr>
            <p:ph idx="1" type="subTitle"/>
          </p:nvPr>
        </p:nvSpPr>
        <p:spPr>
          <a:xfrm>
            <a:off x="5468675" y="457200"/>
            <a:ext cx="3446700" cy="1342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a:solidFill>
                  <a:srgbClr val="595959"/>
                </a:solidFill>
                <a:latin typeface="Arial"/>
                <a:ea typeface="Arial"/>
                <a:cs typeface="Arial"/>
                <a:sym typeface="Arial"/>
              </a:rPr>
              <a:t>For this project I would like to create a data pipeline that can help prepare data for economic forecasting.</a:t>
            </a:r>
            <a:endParaRPr>
              <a:solidFill>
                <a:srgbClr val="595959"/>
              </a:solidFill>
              <a:latin typeface="Arial"/>
              <a:ea typeface="Arial"/>
              <a:cs typeface="Arial"/>
              <a:sym typeface="Arial"/>
            </a:endParaRPr>
          </a:p>
          <a:p>
            <a:pPr indent="0" lvl="0" marL="0" rtl="0" algn="l">
              <a:lnSpc>
                <a:spcPct val="115000"/>
              </a:lnSpc>
              <a:spcBef>
                <a:spcPts val="1200"/>
              </a:spcBef>
              <a:spcAft>
                <a:spcPts val="0"/>
              </a:spcAft>
              <a:buNone/>
            </a:pPr>
            <a:r>
              <a:t/>
            </a:r>
            <a:endParaRPr>
              <a:solidFill>
                <a:srgbClr val="595959"/>
              </a:solidFill>
              <a:latin typeface="Arial"/>
              <a:ea typeface="Arial"/>
              <a:cs typeface="Arial"/>
              <a:sym typeface="Arial"/>
            </a:endParaRPr>
          </a:p>
          <a:p>
            <a:pPr indent="0" lvl="0" marL="0" rtl="0" algn="l">
              <a:lnSpc>
                <a:spcPct val="115000"/>
              </a:lnSpc>
              <a:spcBef>
                <a:spcPts val="1200"/>
              </a:spcBef>
              <a:spcAft>
                <a:spcPts val="1200"/>
              </a:spcAft>
              <a:buNone/>
            </a:pPr>
            <a:r>
              <a:rPr lang="en">
                <a:solidFill>
                  <a:srgbClr val="595959"/>
                </a:solidFill>
                <a:latin typeface="Arial"/>
                <a:ea typeface="Arial"/>
                <a:cs typeface="Arial"/>
                <a:sym typeface="Arial"/>
              </a:rPr>
              <a:t>This pipeline should check it’s data before it is ingested for use.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62"/>
          <p:cNvSpPr txBox="1"/>
          <p:nvPr>
            <p:ph type="title"/>
          </p:nvPr>
        </p:nvSpPr>
        <p:spPr>
          <a:xfrm>
            <a:off x="228600" y="460100"/>
            <a:ext cx="8686800" cy="609600"/>
          </a:xfrm>
          <a:prstGeom prst="rect">
            <a:avLst/>
          </a:prstGeom>
        </p:spPr>
        <p:txBody>
          <a:bodyPr anchorCtr="0" anchor="t" bIns="91425" lIns="91425" spcFirstLastPara="1" rIns="91425" wrap="square" tIns="0">
            <a:spAutoFit/>
          </a:bodyPr>
          <a:lstStyle/>
          <a:p>
            <a:pPr indent="0" lvl="0" marL="0" rtl="0" algn="ctr">
              <a:spcBef>
                <a:spcPts val="0"/>
              </a:spcBef>
              <a:spcAft>
                <a:spcPts val="0"/>
              </a:spcAft>
              <a:buNone/>
            </a:pPr>
            <a:r>
              <a:rPr lang="en"/>
              <a:t>Who will get </a:t>
            </a:r>
            <a:r>
              <a:rPr lang="en"/>
              <a:t>value</a:t>
            </a:r>
            <a:r>
              <a:rPr lang="en"/>
              <a:t> from this? </a:t>
            </a:r>
            <a:endParaRPr/>
          </a:p>
        </p:txBody>
      </p:sp>
      <p:sp>
        <p:nvSpPr>
          <p:cNvPr id="506" name="Google Shape;506;p62"/>
          <p:cNvSpPr txBox="1"/>
          <p:nvPr>
            <p:ph idx="1" type="subTitle"/>
          </p:nvPr>
        </p:nvSpPr>
        <p:spPr>
          <a:xfrm>
            <a:off x="792675" y="2291175"/>
            <a:ext cx="3642900" cy="386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Work in risk management </a:t>
            </a:r>
            <a:endParaRPr/>
          </a:p>
        </p:txBody>
      </p:sp>
      <p:sp>
        <p:nvSpPr>
          <p:cNvPr id="507" name="Google Shape;507;p62"/>
          <p:cNvSpPr txBox="1"/>
          <p:nvPr>
            <p:ph idx="2" type="subTitle"/>
          </p:nvPr>
        </p:nvSpPr>
        <p:spPr>
          <a:xfrm>
            <a:off x="5089225" y="2291175"/>
            <a:ext cx="3826200" cy="386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Work in economic research and forecasting </a:t>
            </a:r>
            <a:endParaRPr/>
          </a:p>
        </p:txBody>
      </p:sp>
      <p:sp>
        <p:nvSpPr>
          <p:cNvPr id="508" name="Google Shape;508;p62"/>
          <p:cNvSpPr txBox="1"/>
          <p:nvPr>
            <p:ph idx="3" type="subTitle"/>
          </p:nvPr>
        </p:nvSpPr>
        <p:spPr>
          <a:xfrm>
            <a:off x="2571250" y="3086650"/>
            <a:ext cx="3418200" cy="386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Work in investing and asset management</a:t>
            </a:r>
            <a:endParaRPr/>
          </a:p>
        </p:txBody>
      </p:sp>
      <p:sp>
        <p:nvSpPr>
          <p:cNvPr id="509" name="Google Shape;509;p62"/>
          <p:cNvSpPr txBox="1"/>
          <p:nvPr>
            <p:ph idx="4" type="subTitle"/>
          </p:nvPr>
        </p:nvSpPr>
        <p:spPr>
          <a:xfrm>
            <a:off x="6389625" y="3090058"/>
            <a:ext cx="3102900" cy="386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Work in consumer spending </a:t>
            </a:r>
            <a:endParaRPr/>
          </a:p>
        </p:txBody>
      </p:sp>
      <p:sp>
        <p:nvSpPr>
          <p:cNvPr id="510" name="Google Shape;510;p62"/>
          <p:cNvSpPr txBox="1"/>
          <p:nvPr>
            <p:ph idx="5" type="subTitle"/>
          </p:nvPr>
        </p:nvSpPr>
        <p:spPr>
          <a:xfrm>
            <a:off x="792675" y="3888950"/>
            <a:ext cx="3523500" cy="386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Like to trade on the side</a:t>
            </a:r>
            <a:endParaRPr/>
          </a:p>
        </p:txBody>
      </p:sp>
      <p:sp>
        <p:nvSpPr>
          <p:cNvPr id="511" name="Google Shape;511;p62"/>
          <p:cNvSpPr txBox="1"/>
          <p:nvPr>
            <p:ph idx="6" type="subTitle"/>
          </p:nvPr>
        </p:nvSpPr>
        <p:spPr>
          <a:xfrm>
            <a:off x="5089225" y="3888950"/>
            <a:ext cx="3826200" cy="386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Want to plan for the future</a:t>
            </a:r>
            <a:endParaRPr/>
          </a:p>
        </p:txBody>
      </p:sp>
      <p:grpSp>
        <p:nvGrpSpPr>
          <p:cNvPr id="512" name="Google Shape;512;p62"/>
          <p:cNvGrpSpPr/>
          <p:nvPr/>
        </p:nvGrpSpPr>
        <p:grpSpPr>
          <a:xfrm>
            <a:off x="228600" y="2211850"/>
            <a:ext cx="465300" cy="465300"/>
            <a:chOff x="228600" y="2211850"/>
            <a:chExt cx="465300" cy="465300"/>
          </a:xfrm>
        </p:grpSpPr>
        <p:sp>
          <p:nvSpPr>
            <p:cNvPr id="513" name="Google Shape;513;p62"/>
            <p:cNvSpPr/>
            <p:nvPr/>
          </p:nvSpPr>
          <p:spPr>
            <a:xfrm flipH="1">
              <a:off x="228600" y="2211850"/>
              <a:ext cx="465300" cy="465300"/>
            </a:xfrm>
            <a:prstGeom prst="roundRect">
              <a:avLst>
                <a:gd fmla="val 19978"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300"/>
                </a:spcAft>
                <a:buNone/>
              </a:pPr>
              <a:r>
                <a:t/>
              </a:r>
              <a:endParaRPr sz="1800">
                <a:solidFill>
                  <a:schemeClr val="lt1"/>
                </a:solidFill>
                <a:latin typeface="Forum"/>
                <a:ea typeface="Forum"/>
                <a:cs typeface="Forum"/>
                <a:sym typeface="Forum"/>
              </a:endParaRPr>
            </a:p>
          </p:txBody>
        </p:sp>
        <p:sp>
          <p:nvSpPr>
            <p:cNvPr id="514" name="Google Shape;514;p62"/>
            <p:cNvSpPr txBox="1"/>
            <p:nvPr/>
          </p:nvSpPr>
          <p:spPr>
            <a:xfrm>
              <a:off x="228600" y="2255525"/>
              <a:ext cx="465300" cy="36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Forum"/>
                  <a:ea typeface="Forum"/>
                  <a:cs typeface="Forum"/>
                  <a:sym typeface="Forum"/>
                </a:rPr>
                <a:t>1</a:t>
              </a:r>
              <a:endParaRPr sz="1800">
                <a:solidFill>
                  <a:schemeClr val="lt1"/>
                </a:solidFill>
                <a:latin typeface="Forum"/>
                <a:ea typeface="Forum"/>
                <a:cs typeface="Forum"/>
                <a:sym typeface="Forum"/>
              </a:endParaRPr>
            </a:p>
          </p:txBody>
        </p:sp>
      </p:grpSp>
      <p:grpSp>
        <p:nvGrpSpPr>
          <p:cNvPr id="515" name="Google Shape;515;p62"/>
          <p:cNvGrpSpPr/>
          <p:nvPr/>
        </p:nvGrpSpPr>
        <p:grpSpPr>
          <a:xfrm>
            <a:off x="4525050" y="2211850"/>
            <a:ext cx="465300" cy="465300"/>
            <a:chOff x="4525050" y="2211850"/>
            <a:chExt cx="465300" cy="465300"/>
          </a:xfrm>
        </p:grpSpPr>
        <p:sp>
          <p:nvSpPr>
            <p:cNvPr id="516" name="Google Shape;516;p62"/>
            <p:cNvSpPr/>
            <p:nvPr/>
          </p:nvSpPr>
          <p:spPr>
            <a:xfrm flipH="1">
              <a:off x="4525050" y="2211850"/>
              <a:ext cx="465300" cy="465300"/>
            </a:xfrm>
            <a:prstGeom prst="roundRect">
              <a:avLst>
                <a:gd fmla="val 1997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300"/>
                </a:spcAft>
                <a:buNone/>
              </a:pPr>
              <a:r>
                <a:t/>
              </a:r>
              <a:endParaRPr sz="1800">
                <a:solidFill>
                  <a:schemeClr val="dk1"/>
                </a:solidFill>
                <a:latin typeface="Forum"/>
                <a:ea typeface="Forum"/>
                <a:cs typeface="Forum"/>
                <a:sym typeface="Forum"/>
              </a:endParaRPr>
            </a:p>
          </p:txBody>
        </p:sp>
        <p:sp>
          <p:nvSpPr>
            <p:cNvPr id="517" name="Google Shape;517;p62"/>
            <p:cNvSpPr txBox="1"/>
            <p:nvPr/>
          </p:nvSpPr>
          <p:spPr>
            <a:xfrm>
              <a:off x="4525050" y="2255525"/>
              <a:ext cx="465300" cy="36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1"/>
                  </a:solidFill>
                  <a:latin typeface="Forum"/>
                  <a:ea typeface="Forum"/>
                  <a:cs typeface="Forum"/>
                  <a:sym typeface="Forum"/>
                </a:rPr>
                <a:t>2</a:t>
              </a:r>
              <a:endParaRPr sz="1800">
                <a:solidFill>
                  <a:schemeClr val="dk1"/>
                </a:solidFill>
                <a:latin typeface="Forum"/>
                <a:ea typeface="Forum"/>
                <a:cs typeface="Forum"/>
                <a:sym typeface="Forum"/>
              </a:endParaRPr>
            </a:p>
          </p:txBody>
        </p:sp>
      </p:grpSp>
      <p:grpSp>
        <p:nvGrpSpPr>
          <p:cNvPr id="518" name="Google Shape;518;p62"/>
          <p:cNvGrpSpPr/>
          <p:nvPr/>
        </p:nvGrpSpPr>
        <p:grpSpPr>
          <a:xfrm>
            <a:off x="2007075" y="3011250"/>
            <a:ext cx="465300" cy="465300"/>
            <a:chOff x="2007075" y="3011250"/>
            <a:chExt cx="465300" cy="465300"/>
          </a:xfrm>
        </p:grpSpPr>
        <p:sp>
          <p:nvSpPr>
            <p:cNvPr id="519" name="Google Shape;519;p62"/>
            <p:cNvSpPr/>
            <p:nvPr/>
          </p:nvSpPr>
          <p:spPr>
            <a:xfrm flipH="1">
              <a:off x="2007075" y="3011250"/>
              <a:ext cx="465300" cy="465300"/>
            </a:xfrm>
            <a:prstGeom prst="roundRect">
              <a:avLst>
                <a:gd fmla="val 19978"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300"/>
                </a:spcAft>
                <a:buNone/>
              </a:pPr>
              <a:r>
                <a:t/>
              </a:r>
              <a:endParaRPr sz="1800">
                <a:solidFill>
                  <a:schemeClr val="lt1"/>
                </a:solidFill>
                <a:latin typeface="Forum"/>
                <a:ea typeface="Forum"/>
                <a:cs typeface="Forum"/>
                <a:sym typeface="Forum"/>
              </a:endParaRPr>
            </a:p>
          </p:txBody>
        </p:sp>
        <p:sp>
          <p:nvSpPr>
            <p:cNvPr id="520" name="Google Shape;520;p62"/>
            <p:cNvSpPr txBox="1"/>
            <p:nvPr/>
          </p:nvSpPr>
          <p:spPr>
            <a:xfrm>
              <a:off x="2007075" y="3059250"/>
              <a:ext cx="465300" cy="36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Forum"/>
                  <a:ea typeface="Forum"/>
                  <a:cs typeface="Forum"/>
                  <a:sym typeface="Forum"/>
                </a:rPr>
                <a:t>3</a:t>
              </a:r>
              <a:endParaRPr sz="1800">
                <a:solidFill>
                  <a:schemeClr val="lt1"/>
                </a:solidFill>
                <a:latin typeface="Forum"/>
                <a:ea typeface="Forum"/>
                <a:cs typeface="Forum"/>
                <a:sym typeface="Forum"/>
              </a:endParaRPr>
            </a:p>
          </p:txBody>
        </p:sp>
      </p:grpSp>
      <p:grpSp>
        <p:nvGrpSpPr>
          <p:cNvPr id="521" name="Google Shape;521;p62"/>
          <p:cNvGrpSpPr/>
          <p:nvPr/>
        </p:nvGrpSpPr>
        <p:grpSpPr>
          <a:xfrm>
            <a:off x="5848050" y="3050450"/>
            <a:ext cx="465300" cy="465300"/>
            <a:chOff x="6303525" y="3011250"/>
            <a:chExt cx="465300" cy="465300"/>
          </a:xfrm>
        </p:grpSpPr>
        <p:sp>
          <p:nvSpPr>
            <p:cNvPr id="522" name="Google Shape;522;p62"/>
            <p:cNvSpPr/>
            <p:nvPr/>
          </p:nvSpPr>
          <p:spPr>
            <a:xfrm flipH="1">
              <a:off x="6303525" y="3011250"/>
              <a:ext cx="465300" cy="465300"/>
            </a:xfrm>
            <a:prstGeom prst="roundRect">
              <a:avLst>
                <a:gd fmla="val 1997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300"/>
                </a:spcAft>
                <a:buNone/>
              </a:pPr>
              <a:r>
                <a:t/>
              </a:r>
              <a:endParaRPr sz="1800">
                <a:solidFill>
                  <a:schemeClr val="lt1"/>
                </a:solidFill>
                <a:latin typeface="Forum"/>
                <a:ea typeface="Forum"/>
                <a:cs typeface="Forum"/>
                <a:sym typeface="Forum"/>
              </a:endParaRPr>
            </a:p>
          </p:txBody>
        </p:sp>
        <p:sp>
          <p:nvSpPr>
            <p:cNvPr id="523" name="Google Shape;523;p62"/>
            <p:cNvSpPr txBox="1"/>
            <p:nvPr/>
          </p:nvSpPr>
          <p:spPr>
            <a:xfrm>
              <a:off x="6303525" y="3059250"/>
              <a:ext cx="465300" cy="36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Forum"/>
                  <a:ea typeface="Forum"/>
                  <a:cs typeface="Forum"/>
                  <a:sym typeface="Forum"/>
                </a:rPr>
                <a:t>4</a:t>
              </a:r>
              <a:endParaRPr sz="1800">
                <a:solidFill>
                  <a:schemeClr val="lt1"/>
                </a:solidFill>
                <a:latin typeface="Forum"/>
                <a:ea typeface="Forum"/>
                <a:cs typeface="Forum"/>
                <a:sym typeface="Forum"/>
              </a:endParaRPr>
            </a:p>
          </p:txBody>
        </p:sp>
      </p:grpSp>
      <p:grpSp>
        <p:nvGrpSpPr>
          <p:cNvPr id="524" name="Google Shape;524;p62"/>
          <p:cNvGrpSpPr/>
          <p:nvPr/>
        </p:nvGrpSpPr>
        <p:grpSpPr>
          <a:xfrm>
            <a:off x="228600" y="3810650"/>
            <a:ext cx="465300" cy="465300"/>
            <a:chOff x="228600" y="3810650"/>
            <a:chExt cx="465300" cy="465300"/>
          </a:xfrm>
        </p:grpSpPr>
        <p:sp>
          <p:nvSpPr>
            <p:cNvPr id="525" name="Google Shape;525;p62"/>
            <p:cNvSpPr/>
            <p:nvPr/>
          </p:nvSpPr>
          <p:spPr>
            <a:xfrm flipH="1">
              <a:off x="228600" y="3810650"/>
              <a:ext cx="465300" cy="465300"/>
            </a:xfrm>
            <a:prstGeom prst="roundRect">
              <a:avLst>
                <a:gd fmla="val 19978"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300"/>
                </a:spcAft>
                <a:buNone/>
              </a:pPr>
              <a:r>
                <a:t/>
              </a:r>
              <a:endParaRPr sz="1800">
                <a:solidFill>
                  <a:schemeClr val="dk1"/>
                </a:solidFill>
                <a:latin typeface="Forum"/>
                <a:ea typeface="Forum"/>
                <a:cs typeface="Forum"/>
                <a:sym typeface="Forum"/>
              </a:endParaRPr>
            </a:p>
          </p:txBody>
        </p:sp>
        <p:sp>
          <p:nvSpPr>
            <p:cNvPr id="526" name="Google Shape;526;p62"/>
            <p:cNvSpPr txBox="1"/>
            <p:nvPr/>
          </p:nvSpPr>
          <p:spPr>
            <a:xfrm>
              <a:off x="228600" y="3855294"/>
              <a:ext cx="465300" cy="36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1"/>
                  </a:solidFill>
                  <a:latin typeface="Forum"/>
                  <a:ea typeface="Forum"/>
                  <a:cs typeface="Forum"/>
                  <a:sym typeface="Forum"/>
                </a:rPr>
                <a:t>5</a:t>
              </a:r>
              <a:endParaRPr sz="1800">
                <a:solidFill>
                  <a:schemeClr val="dk1"/>
                </a:solidFill>
                <a:latin typeface="Forum"/>
                <a:ea typeface="Forum"/>
                <a:cs typeface="Forum"/>
                <a:sym typeface="Forum"/>
              </a:endParaRPr>
            </a:p>
          </p:txBody>
        </p:sp>
      </p:grpSp>
      <p:grpSp>
        <p:nvGrpSpPr>
          <p:cNvPr id="527" name="Google Shape;527;p62"/>
          <p:cNvGrpSpPr/>
          <p:nvPr/>
        </p:nvGrpSpPr>
        <p:grpSpPr>
          <a:xfrm>
            <a:off x="4525050" y="3810650"/>
            <a:ext cx="465300" cy="465300"/>
            <a:chOff x="4525050" y="3810650"/>
            <a:chExt cx="465300" cy="465300"/>
          </a:xfrm>
        </p:grpSpPr>
        <p:sp>
          <p:nvSpPr>
            <p:cNvPr id="528" name="Google Shape;528;p62"/>
            <p:cNvSpPr/>
            <p:nvPr/>
          </p:nvSpPr>
          <p:spPr>
            <a:xfrm flipH="1">
              <a:off x="4525050" y="3810650"/>
              <a:ext cx="465300" cy="465300"/>
            </a:xfrm>
            <a:prstGeom prst="roundRect">
              <a:avLst>
                <a:gd fmla="val 19978" name="adj"/>
              </a:avLst>
            </a:prstGeom>
            <a:solidFill>
              <a:schemeClr val="accent5"/>
            </a:solidFill>
            <a:ln>
              <a:noFill/>
            </a:ln>
          </p:spPr>
          <p:txBody>
            <a:bodyPr anchorCtr="0" anchor="ctr" bIns="91425" lIns="91425" spcFirstLastPara="1" rIns="91425" wrap="square" tIns="91425">
              <a:noAutofit/>
            </a:bodyPr>
            <a:lstStyle/>
            <a:p>
              <a:pPr indent="0" lvl="0" marL="0" marR="0" rtl="0" algn="ctr">
                <a:spcBef>
                  <a:spcPts val="0"/>
                </a:spcBef>
                <a:spcAft>
                  <a:spcPts val="300"/>
                </a:spcAft>
                <a:buNone/>
              </a:pPr>
              <a:r>
                <a:t/>
              </a:r>
              <a:endParaRPr sz="1800">
                <a:solidFill>
                  <a:schemeClr val="lt1"/>
                </a:solidFill>
                <a:latin typeface="Forum"/>
                <a:ea typeface="Forum"/>
                <a:cs typeface="Forum"/>
                <a:sym typeface="Forum"/>
              </a:endParaRPr>
            </a:p>
          </p:txBody>
        </p:sp>
        <p:sp>
          <p:nvSpPr>
            <p:cNvPr id="529" name="Google Shape;529;p62"/>
            <p:cNvSpPr txBox="1"/>
            <p:nvPr/>
          </p:nvSpPr>
          <p:spPr>
            <a:xfrm>
              <a:off x="4525050" y="3855294"/>
              <a:ext cx="465300" cy="36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Forum"/>
                  <a:ea typeface="Forum"/>
                  <a:cs typeface="Forum"/>
                  <a:sym typeface="Forum"/>
                </a:rPr>
                <a:t>6</a:t>
              </a:r>
              <a:endParaRPr sz="1800">
                <a:solidFill>
                  <a:schemeClr val="lt1"/>
                </a:solidFill>
                <a:latin typeface="Forum"/>
                <a:ea typeface="Forum"/>
                <a:cs typeface="Forum"/>
                <a:sym typeface="Forum"/>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pic>
        <p:nvPicPr>
          <p:cNvPr descr="A rugged red texture, as of a rock face. " id="534" name="Google Shape;534;p63"/>
          <p:cNvPicPr preferRelativeResize="0"/>
          <p:nvPr/>
        </p:nvPicPr>
        <p:blipFill rotWithShape="1">
          <a:blip r:embed="rId3">
            <a:alphaModFix/>
          </a:blip>
          <a:srcRect b="27556" l="0" r="0" t="27556"/>
          <a:stretch/>
        </p:blipFill>
        <p:spPr>
          <a:xfrm>
            <a:off x="5588463" y="1697000"/>
            <a:ext cx="772800" cy="524100"/>
          </a:xfrm>
          <a:prstGeom prst="roundRect">
            <a:avLst>
              <a:gd fmla="val 50000" name="adj"/>
            </a:avLst>
          </a:prstGeom>
          <a:noFill/>
          <a:ln>
            <a:noFill/>
          </a:ln>
        </p:spPr>
      </p:pic>
      <p:sp>
        <p:nvSpPr>
          <p:cNvPr id="535" name="Google Shape;535;p63"/>
          <p:cNvSpPr/>
          <p:nvPr/>
        </p:nvSpPr>
        <p:spPr>
          <a:xfrm>
            <a:off x="6217713" y="1697000"/>
            <a:ext cx="172200" cy="172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Forum"/>
              <a:ea typeface="Forum"/>
              <a:cs typeface="Forum"/>
              <a:sym typeface="Forum"/>
            </a:endParaRPr>
          </a:p>
        </p:txBody>
      </p:sp>
      <p:sp>
        <p:nvSpPr>
          <p:cNvPr id="536" name="Google Shape;536;p63"/>
          <p:cNvSpPr/>
          <p:nvPr/>
        </p:nvSpPr>
        <p:spPr>
          <a:xfrm>
            <a:off x="2642963" y="2606201"/>
            <a:ext cx="172200" cy="17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orum"/>
              <a:ea typeface="Forum"/>
              <a:cs typeface="Forum"/>
              <a:sym typeface="Forum"/>
            </a:endParaRPr>
          </a:p>
        </p:txBody>
      </p:sp>
      <p:sp>
        <p:nvSpPr>
          <p:cNvPr id="537" name="Google Shape;537;p63"/>
          <p:cNvSpPr/>
          <p:nvPr/>
        </p:nvSpPr>
        <p:spPr>
          <a:xfrm>
            <a:off x="4467443" y="2605025"/>
            <a:ext cx="172200" cy="17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orum"/>
              <a:ea typeface="Forum"/>
              <a:cs typeface="Forum"/>
              <a:sym typeface="Forum"/>
            </a:endParaRPr>
          </a:p>
        </p:txBody>
      </p:sp>
      <p:sp>
        <p:nvSpPr>
          <p:cNvPr id="538" name="Google Shape;538;p63"/>
          <p:cNvSpPr/>
          <p:nvPr/>
        </p:nvSpPr>
        <p:spPr>
          <a:xfrm>
            <a:off x="891888" y="2606201"/>
            <a:ext cx="172200" cy="17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orum"/>
              <a:ea typeface="Forum"/>
              <a:cs typeface="Forum"/>
              <a:sym typeface="Forum"/>
            </a:endParaRPr>
          </a:p>
        </p:txBody>
      </p:sp>
      <p:sp>
        <p:nvSpPr>
          <p:cNvPr id="539" name="Google Shape;539;p63"/>
          <p:cNvSpPr/>
          <p:nvPr/>
        </p:nvSpPr>
        <p:spPr>
          <a:xfrm>
            <a:off x="8079925" y="2606201"/>
            <a:ext cx="172200" cy="17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orum"/>
              <a:ea typeface="Forum"/>
              <a:cs typeface="Forum"/>
              <a:sym typeface="Forum"/>
            </a:endParaRPr>
          </a:p>
        </p:txBody>
      </p:sp>
      <p:sp>
        <p:nvSpPr>
          <p:cNvPr id="540" name="Google Shape;540;p63"/>
          <p:cNvSpPr txBox="1"/>
          <p:nvPr>
            <p:ph idx="2" type="subTitle"/>
          </p:nvPr>
        </p:nvSpPr>
        <p:spPr>
          <a:xfrm>
            <a:off x="333900" y="2973425"/>
            <a:ext cx="1288200" cy="609600"/>
          </a:xfrm>
          <a:prstGeom prst="rect">
            <a:avLst/>
          </a:prstGeom>
        </p:spPr>
        <p:txBody>
          <a:bodyPr anchorCtr="0" anchor="b" bIns="0" lIns="0" spcFirstLastPara="1" rIns="0" wrap="square" tIns="0">
            <a:normAutofit fontScale="92500" lnSpcReduction="10000"/>
          </a:bodyPr>
          <a:lstStyle/>
          <a:p>
            <a:pPr indent="0" lvl="0" marL="0" rtl="0" algn="ctr">
              <a:spcBef>
                <a:spcPts val="0"/>
              </a:spcBef>
              <a:spcAft>
                <a:spcPts val="0"/>
              </a:spcAft>
              <a:buNone/>
            </a:pPr>
            <a:r>
              <a:rPr lang="en" sz="2500"/>
              <a:t>Stock Data</a:t>
            </a:r>
            <a:r>
              <a:rPr lang="en"/>
              <a:t> </a:t>
            </a:r>
            <a:endParaRPr/>
          </a:p>
        </p:txBody>
      </p:sp>
      <p:sp>
        <p:nvSpPr>
          <p:cNvPr id="541" name="Google Shape;541;p63"/>
          <p:cNvSpPr txBox="1"/>
          <p:nvPr>
            <p:ph idx="3" type="subTitle"/>
          </p:nvPr>
        </p:nvSpPr>
        <p:spPr>
          <a:xfrm>
            <a:off x="1848287" y="2973175"/>
            <a:ext cx="1735500" cy="6096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2500"/>
              <a:t>Commodity</a:t>
            </a:r>
            <a:endParaRPr sz="2500"/>
          </a:p>
          <a:p>
            <a:pPr indent="0" lvl="0" marL="0" rtl="0" algn="ctr">
              <a:spcBef>
                <a:spcPts val="0"/>
              </a:spcBef>
              <a:spcAft>
                <a:spcPts val="0"/>
              </a:spcAft>
              <a:buNone/>
            </a:pPr>
            <a:r>
              <a:rPr lang="en" sz="2500"/>
              <a:t> Data</a:t>
            </a:r>
            <a:endParaRPr sz="2500"/>
          </a:p>
        </p:txBody>
      </p:sp>
      <p:sp>
        <p:nvSpPr>
          <p:cNvPr id="542" name="Google Shape;542;p63"/>
          <p:cNvSpPr txBox="1"/>
          <p:nvPr>
            <p:ph idx="4" type="subTitle"/>
          </p:nvPr>
        </p:nvSpPr>
        <p:spPr>
          <a:xfrm>
            <a:off x="3783725" y="3130375"/>
            <a:ext cx="1668300" cy="4014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2500"/>
              <a:t>Geopolitical Data</a:t>
            </a:r>
            <a:endParaRPr sz="2500"/>
          </a:p>
        </p:txBody>
      </p:sp>
      <p:sp>
        <p:nvSpPr>
          <p:cNvPr id="543" name="Google Shape;543;p63"/>
          <p:cNvSpPr txBox="1"/>
          <p:nvPr>
            <p:ph idx="5" type="subTitle"/>
          </p:nvPr>
        </p:nvSpPr>
        <p:spPr>
          <a:xfrm>
            <a:off x="7428175" y="3111600"/>
            <a:ext cx="1475700" cy="4524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2500"/>
              <a:t>Consumer Behavior</a:t>
            </a:r>
            <a:endParaRPr sz="2500"/>
          </a:p>
        </p:txBody>
      </p:sp>
      <p:sp>
        <p:nvSpPr>
          <p:cNvPr id="544" name="Google Shape;544;p63"/>
          <p:cNvSpPr txBox="1"/>
          <p:nvPr>
            <p:ph type="title"/>
          </p:nvPr>
        </p:nvSpPr>
        <p:spPr>
          <a:xfrm>
            <a:off x="228600" y="460100"/>
            <a:ext cx="8686800" cy="609600"/>
          </a:xfrm>
          <a:prstGeom prst="rect">
            <a:avLst/>
          </a:prstGeom>
        </p:spPr>
        <p:txBody>
          <a:bodyPr anchorCtr="0" anchor="t" bIns="91425" lIns="91425" spcFirstLastPara="1" rIns="91425" wrap="square" tIns="0">
            <a:spAutoFit/>
          </a:bodyPr>
          <a:lstStyle/>
          <a:p>
            <a:pPr indent="0" lvl="0" marL="0" rtl="0" algn="ctr">
              <a:spcBef>
                <a:spcPts val="0"/>
              </a:spcBef>
              <a:spcAft>
                <a:spcPts val="0"/>
              </a:spcAft>
              <a:buNone/>
            </a:pPr>
            <a:r>
              <a:rPr lang="en"/>
              <a:t>Data Inputs/Sources</a:t>
            </a:r>
            <a:endParaRPr/>
          </a:p>
        </p:txBody>
      </p:sp>
      <p:sp>
        <p:nvSpPr>
          <p:cNvPr id="545" name="Google Shape;545;p63"/>
          <p:cNvSpPr txBox="1"/>
          <p:nvPr>
            <p:ph idx="6" type="subTitle"/>
          </p:nvPr>
        </p:nvSpPr>
        <p:spPr>
          <a:xfrm>
            <a:off x="228600" y="3793273"/>
            <a:ext cx="1498800" cy="890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This can be pulled through API’s and is useful for gauging expectations in the economy </a:t>
            </a:r>
            <a:endParaRPr/>
          </a:p>
        </p:txBody>
      </p:sp>
      <p:sp>
        <p:nvSpPr>
          <p:cNvPr id="546" name="Google Shape;546;p63"/>
          <p:cNvSpPr txBox="1"/>
          <p:nvPr>
            <p:ph idx="7" type="subTitle"/>
          </p:nvPr>
        </p:nvSpPr>
        <p:spPr>
          <a:xfrm>
            <a:off x="1979675" y="3793273"/>
            <a:ext cx="1498800" cy="890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This can come from API’s websites and </a:t>
            </a:r>
            <a:r>
              <a:rPr lang="en"/>
              <a:t>other</a:t>
            </a:r>
            <a:r>
              <a:rPr lang="en"/>
              <a:t> tools. This can help see if there is a market shock and can </a:t>
            </a:r>
            <a:r>
              <a:rPr lang="en"/>
              <a:t>help</a:t>
            </a:r>
            <a:r>
              <a:rPr lang="en"/>
              <a:t> with understanding expectations. </a:t>
            </a:r>
            <a:endParaRPr/>
          </a:p>
        </p:txBody>
      </p:sp>
      <p:sp>
        <p:nvSpPr>
          <p:cNvPr id="547" name="Google Shape;547;p63"/>
          <p:cNvSpPr txBox="1"/>
          <p:nvPr>
            <p:ph idx="8" type="subTitle"/>
          </p:nvPr>
        </p:nvSpPr>
        <p:spPr>
          <a:xfrm>
            <a:off x="3822613" y="3793273"/>
            <a:ext cx="1498800" cy="890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This can be </a:t>
            </a:r>
            <a:r>
              <a:rPr lang="en"/>
              <a:t>received</a:t>
            </a:r>
            <a:r>
              <a:rPr lang="en"/>
              <a:t> from government and private entities. This would be a hard data point to use since it is so complex, But it helps understand </a:t>
            </a:r>
            <a:r>
              <a:rPr lang="en"/>
              <a:t>structural</a:t>
            </a:r>
            <a:r>
              <a:rPr lang="en"/>
              <a:t> risk, </a:t>
            </a:r>
            <a:endParaRPr/>
          </a:p>
        </p:txBody>
      </p:sp>
      <p:sp>
        <p:nvSpPr>
          <p:cNvPr id="548" name="Google Shape;548;p63"/>
          <p:cNvSpPr txBox="1"/>
          <p:nvPr>
            <p:ph idx="9" type="subTitle"/>
          </p:nvPr>
        </p:nvSpPr>
        <p:spPr>
          <a:xfrm>
            <a:off x="5554425" y="2789523"/>
            <a:ext cx="1498800" cy="890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a:t>
            </a:r>
            <a:r>
              <a:rPr lang="en"/>
              <a:t>government</a:t>
            </a:r>
            <a:r>
              <a:rPr lang="en"/>
              <a:t> gives a lot of information through agencies. They are a huge spender and supporter for the economy. </a:t>
            </a:r>
            <a:endParaRPr/>
          </a:p>
        </p:txBody>
      </p:sp>
      <p:sp>
        <p:nvSpPr>
          <p:cNvPr id="549" name="Google Shape;549;p63"/>
          <p:cNvSpPr txBox="1"/>
          <p:nvPr>
            <p:ph idx="13" type="subTitle"/>
          </p:nvPr>
        </p:nvSpPr>
        <p:spPr>
          <a:xfrm>
            <a:off x="7416625" y="3793273"/>
            <a:ext cx="1498800" cy="890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This helps fill the gap the other tools may have. This can be pulled from  private </a:t>
            </a:r>
            <a:r>
              <a:rPr lang="en"/>
              <a:t>institutions</a:t>
            </a:r>
            <a:r>
              <a:rPr lang="en"/>
              <a:t>, </a:t>
            </a:r>
            <a:endParaRPr/>
          </a:p>
        </p:txBody>
      </p:sp>
      <p:sp>
        <p:nvSpPr>
          <p:cNvPr id="550" name="Google Shape;550;p63"/>
          <p:cNvSpPr txBox="1"/>
          <p:nvPr>
            <p:ph idx="14" type="subTitle"/>
          </p:nvPr>
        </p:nvSpPr>
        <p:spPr>
          <a:xfrm>
            <a:off x="5452025" y="2290571"/>
            <a:ext cx="1806000" cy="4524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2500"/>
              <a:t>Government</a:t>
            </a:r>
            <a:r>
              <a:rPr lang="en" sz="2500"/>
              <a:t> Spending</a:t>
            </a:r>
            <a:endParaRPr sz="2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4"/>
          <p:cNvSpPr/>
          <p:nvPr/>
        </p:nvSpPr>
        <p:spPr>
          <a:xfrm flipH="1">
            <a:off x="1389000" y="2065825"/>
            <a:ext cx="556200" cy="540000"/>
          </a:xfrm>
          <a:prstGeom prst="roundRect">
            <a:avLst>
              <a:gd fmla="val 19978"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300"/>
              </a:spcAft>
              <a:buNone/>
            </a:pPr>
            <a:r>
              <a:rPr lang="en" sz="2600">
                <a:solidFill>
                  <a:schemeClr val="lt1"/>
                </a:solidFill>
                <a:latin typeface="Forum"/>
                <a:ea typeface="Forum"/>
                <a:cs typeface="Forum"/>
                <a:sym typeface="Forum"/>
              </a:rPr>
              <a:t>1</a:t>
            </a:r>
            <a:endParaRPr sz="2600">
              <a:solidFill>
                <a:schemeClr val="lt1"/>
              </a:solidFill>
              <a:latin typeface="Forum"/>
              <a:ea typeface="Forum"/>
              <a:cs typeface="Forum"/>
              <a:sym typeface="Forum"/>
            </a:endParaRPr>
          </a:p>
        </p:txBody>
      </p:sp>
      <p:sp>
        <p:nvSpPr>
          <p:cNvPr id="556" name="Google Shape;556;p64"/>
          <p:cNvSpPr/>
          <p:nvPr/>
        </p:nvSpPr>
        <p:spPr>
          <a:xfrm flipH="1">
            <a:off x="4160700" y="2103175"/>
            <a:ext cx="916500" cy="4653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300"/>
              </a:spcAft>
              <a:buNone/>
            </a:pPr>
            <a:r>
              <a:rPr lang="en" sz="2600">
                <a:solidFill>
                  <a:schemeClr val="dk1"/>
                </a:solidFill>
                <a:latin typeface="Forum"/>
                <a:ea typeface="Forum"/>
                <a:cs typeface="Forum"/>
                <a:sym typeface="Forum"/>
              </a:rPr>
              <a:t>2</a:t>
            </a:r>
            <a:endParaRPr sz="2600">
              <a:solidFill>
                <a:schemeClr val="dk1"/>
              </a:solidFill>
              <a:latin typeface="Forum"/>
              <a:ea typeface="Forum"/>
              <a:cs typeface="Forum"/>
              <a:sym typeface="Forum"/>
            </a:endParaRPr>
          </a:p>
        </p:txBody>
      </p:sp>
      <p:sp>
        <p:nvSpPr>
          <p:cNvPr id="557" name="Google Shape;557;p64"/>
          <p:cNvSpPr/>
          <p:nvPr/>
        </p:nvSpPr>
        <p:spPr>
          <a:xfrm flipH="1">
            <a:off x="7089775" y="2103175"/>
            <a:ext cx="816600" cy="465300"/>
          </a:xfrm>
          <a:prstGeom prst="roundRect">
            <a:avLst>
              <a:gd fmla="val 19978"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300"/>
              </a:spcAft>
              <a:buNone/>
            </a:pPr>
            <a:r>
              <a:rPr lang="en" sz="2600">
                <a:solidFill>
                  <a:schemeClr val="lt1"/>
                </a:solidFill>
                <a:latin typeface="Forum"/>
                <a:ea typeface="Forum"/>
                <a:cs typeface="Forum"/>
                <a:sym typeface="Forum"/>
              </a:rPr>
              <a:t>3</a:t>
            </a:r>
            <a:endParaRPr sz="2600">
              <a:solidFill>
                <a:schemeClr val="lt1"/>
              </a:solidFill>
              <a:latin typeface="Forum"/>
              <a:ea typeface="Forum"/>
              <a:cs typeface="Forum"/>
              <a:sym typeface="Forum"/>
            </a:endParaRPr>
          </a:p>
        </p:txBody>
      </p:sp>
      <p:sp>
        <p:nvSpPr>
          <p:cNvPr id="558" name="Google Shape;558;p64"/>
          <p:cNvSpPr txBox="1"/>
          <p:nvPr>
            <p:ph idx="2" type="subTitle"/>
          </p:nvPr>
        </p:nvSpPr>
        <p:spPr>
          <a:xfrm>
            <a:off x="228675" y="2704139"/>
            <a:ext cx="2834700" cy="54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Ingestion</a:t>
            </a:r>
            <a:endParaRPr/>
          </a:p>
        </p:txBody>
      </p:sp>
      <p:sp>
        <p:nvSpPr>
          <p:cNvPr id="559" name="Google Shape;559;p64"/>
          <p:cNvSpPr txBox="1"/>
          <p:nvPr>
            <p:ph idx="3" type="body"/>
          </p:nvPr>
        </p:nvSpPr>
        <p:spPr>
          <a:xfrm>
            <a:off x="761025" y="3339980"/>
            <a:ext cx="1770000" cy="877500"/>
          </a:xfrm>
          <a:prstGeom prst="rect">
            <a:avLst/>
          </a:prstGeom>
        </p:spPr>
        <p:txBody>
          <a:bodyPr anchorCtr="0" anchor="t" bIns="91425" lIns="91425" spcFirstLastPara="1" rIns="91425" wrap="square" tIns="0">
            <a:noAutofit/>
          </a:bodyPr>
          <a:lstStyle/>
          <a:p>
            <a:pPr indent="0" lvl="0" marL="0" rtl="0" algn="ctr">
              <a:spcBef>
                <a:spcPts val="0"/>
              </a:spcBef>
              <a:spcAft>
                <a:spcPts val="0"/>
              </a:spcAft>
              <a:buNone/>
            </a:pPr>
            <a:r>
              <a:rPr lang="en"/>
              <a:t>This will be the part of the tool that will gather the data from various source.s. </a:t>
            </a:r>
            <a:endParaRPr/>
          </a:p>
          <a:p>
            <a:pPr indent="0" lvl="0" marL="0" rtl="0" algn="ctr">
              <a:spcBef>
                <a:spcPts val="0"/>
              </a:spcBef>
              <a:spcAft>
                <a:spcPts val="0"/>
              </a:spcAft>
              <a:buNone/>
            </a:pPr>
            <a:r>
              <a:rPr b="1" lang="en"/>
              <a:t>Each team member can focus on a type of data. </a:t>
            </a:r>
            <a:endParaRPr b="1"/>
          </a:p>
        </p:txBody>
      </p:sp>
      <p:sp>
        <p:nvSpPr>
          <p:cNvPr id="560" name="Google Shape;560;p64"/>
          <p:cNvSpPr txBox="1"/>
          <p:nvPr>
            <p:ph idx="4" type="subTitle"/>
          </p:nvPr>
        </p:nvSpPr>
        <p:spPr>
          <a:xfrm>
            <a:off x="3154650" y="2704139"/>
            <a:ext cx="2834700" cy="54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Validation</a:t>
            </a:r>
            <a:endParaRPr/>
          </a:p>
        </p:txBody>
      </p:sp>
      <p:sp>
        <p:nvSpPr>
          <p:cNvPr id="561" name="Google Shape;561;p64"/>
          <p:cNvSpPr txBox="1"/>
          <p:nvPr>
            <p:ph idx="5" type="body"/>
          </p:nvPr>
        </p:nvSpPr>
        <p:spPr>
          <a:xfrm>
            <a:off x="3687000" y="3339980"/>
            <a:ext cx="1770000" cy="877500"/>
          </a:xfrm>
          <a:prstGeom prst="rect">
            <a:avLst/>
          </a:prstGeom>
        </p:spPr>
        <p:txBody>
          <a:bodyPr anchorCtr="0" anchor="t" bIns="91425" lIns="91425" spcFirstLastPara="1" rIns="91425" wrap="square" tIns="0">
            <a:noAutofit/>
          </a:bodyPr>
          <a:lstStyle/>
          <a:p>
            <a:pPr indent="0" lvl="0" marL="0" rtl="0" algn="ctr">
              <a:spcBef>
                <a:spcPts val="0"/>
              </a:spcBef>
              <a:spcAft>
                <a:spcPts val="0"/>
              </a:spcAft>
              <a:buNone/>
            </a:pPr>
            <a:r>
              <a:rPr lang="en"/>
              <a:t>Data test will be created to confirm that this data is correct and is properly flowing through the pipeline. </a:t>
            </a:r>
            <a:endParaRPr/>
          </a:p>
        </p:txBody>
      </p:sp>
      <p:sp>
        <p:nvSpPr>
          <p:cNvPr id="562" name="Google Shape;562;p64"/>
          <p:cNvSpPr txBox="1"/>
          <p:nvPr>
            <p:ph idx="6" type="subTitle"/>
          </p:nvPr>
        </p:nvSpPr>
        <p:spPr>
          <a:xfrm>
            <a:off x="6080625" y="2704139"/>
            <a:ext cx="2834700" cy="54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Serving</a:t>
            </a:r>
            <a:endParaRPr/>
          </a:p>
        </p:txBody>
      </p:sp>
      <p:sp>
        <p:nvSpPr>
          <p:cNvPr id="563" name="Google Shape;563;p64"/>
          <p:cNvSpPr txBox="1"/>
          <p:nvPr>
            <p:ph idx="7" type="body"/>
          </p:nvPr>
        </p:nvSpPr>
        <p:spPr>
          <a:xfrm>
            <a:off x="6612975" y="3339980"/>
            <a:ext cx="1770000" cy="877500"/>
          </a:xfrm>
          <a:prstGeom prst="rect">
            <a:avLst/>
          </a:prstGeom>
        </p:spPr>
        <p:txBody>
          <a:bodyPr anchorCtr="0" anchor="t" bIns="91425" lIns="91425" spcFirstLastPara="1" rIns="91425" wrap="square" tIns="0">
            <a:noAutofit/>
          </a:bodyPr>
          <a:lstStyle/>
          <a:p>
            <a:pPr indent="0" lvl="0" marL="0" rtl="0" algn="ctr">
              <a:spcBef>
                <a:spcPts val="0"/>
              </a:spcBef>
              <a:spcAft>
                <a:spcPts val="0"/>
              </a:spcAft>
              <a:buNone/>
            </a:pPr>
            <a:r>
              <a:rPr lang="en"/>
              <a:t>The data will need to be </a:t>
            </a:r>
            <a:r>
              <a:rPr lang="en"/>
              <a:t>available</a:t>
            </a:r>
            <a:r>
              <a:rPr lang="en"/>
              <a:t> for usage in the correct format.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Note: If we want we can break the project up into these three parts and have one person over each part. </a:t>
            </a:r>
            <a:endParaRPr/>
          </a:p>
        </p:txBody>
      </p:sp>
      <p:sp>
        <p:nvSpPr>
          <p:cNvPr id="564" name="Google Shape;564;p64"/>
          <p:cNvSpPr txBox="1"/>
          <p:nvPr>
            <p:ph type="title"/>
          </p:nvPr>
        </p:nvSpPr>
        <p:spPr>
          <a:xfrm>
            <a:off x="228600" y="399325"/>
            <a:ext cx="8686800" cy="624600"/>
          </a:xfrm>
          <a:prstGeom prst="rect">
            <a:avLst/>
          </a:prstGeom>
        </p:spPr>
        <p:txBody>
          <a:bodyPr anchorCtr="0" anchor="t" bIns="0" lIns="0" spcFirstLastPara="1" rIns="91425" wrap="square" tIns="91425">
            <a:noAutofit/>
          </a:bodyPr>
          <a:lstStyle/>
          <a:p>
            <a:pPr indent="0" lvl="0" marL="0" rtl="0" algn="ctr">
              <a:spcBef>
                <a:spcPts val="0"/>
              </a:spcBef>
              <a:spcAft>
                <a:spcPts val="0"/>
              </a:spcAft>
              <a:buNone/>
            </a:pPr>
            <a:r>
              <a:rPr lang="en">
                <a:solidFill>
                  <a:schemeClr val="accent1"/>
                </a:solidFill>
              </a:rPr>
              <a:t>Three Phases for the Project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68" name="Shape 568"/>
        <p:cNvGrpSpPr/>
        <p:nvPr/>
      </p:nvGrpSpPr>
      <p:grpSpPr>
        <a:xfrm>
          <a:off x="0" y="0"/>
          <a:ext cx="0" cy="0"/>
          <a:chOff x="0" y="0"/>
          <a:chExt cx="0" cy="0"/>
        </a:xfrm>
      </p:grpSpPr>
      <p:sp>
        <p:nvSpPr>
          <p:cNvPr id="569" name="Google Shape;569;p65"/>
          <p:cNvSpPr txBox="1"/>
          <p:nvPr>
            <p:ph idx="4294967295" type="body"/>
          </p:nvPr>
        </p:nvSpPr>
        <p:spPr>
          <a:xfrm>
            <a:off x="676225" y="3921725"/>
            <a:ext cx="2769600" cy="1019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lang="en">
                <a:latin typeface="DM Sans"/>
                <a:ea typeface="DM Sans"/>
                <a:cs typeface="DM Sans"/>
                <a:sym typeface="DM Sans"/>
              </a:rPr>
              <a:t>This project will focus on ingesting, transforming and serving data for usage. </a:t>
            </a:r>
            <a:endParaRPr>
              <a:latin typeface="DM Sans"/>
              <a:ea typeface="DM Sans"/>
              <a:cs typeface="DM Sans"/>
              <a:sym typeface="DM Sans"/>
            </a:endParaRPr>
          </a:p>
        </p:txBody>
      </p:sp>
      <p:pic>
        <p:nvPicPr>
          <p:cNvPr id="570" name="Google Shape;570;p65"/>
          <p:cNvPicPr preferRelativeResize="0"/>
          <p:nvPr/>
        </p:nvPicPr>
        <p:blipFill>
          <a:blip r:embed="rId3">
            <a:alphaModFix/>
          </a:blip>
          <a:stretch>
            <a:fillRect/>
          </a:stretch>
        </p:blipFill>
        <p:spPr>
          <a:xfrm>
            <a:off x="991225" y="0"/>
            <a:ext cx="6424728" cy="3613899"/>
          </a:xfrm>
          <a:prstGeom prst="rect">
            <a:avLst/>
          </a:prstGeom>
          <a:noFill/>
          <a:ln>
            <a:noFill/>
          </a:ln>
        </p:spPr>
      </p:pic>
      <p:sp>
        <p:nvSpPr>
          <p:cNvPr id="571" name="Google Shape;571;p65"/>
          <p:cNvSpPr/>
          <p:nvPr/>
        </p:nvSpPr>
        <p:spPr>
          <a:xfrm>
            <a:off x="2694888" y="745700"/>
            <a:ext cx="3017400" cy="834300"/>
          </a:xfrm>
          <a:prstGeom prst="rect">
            <a:avLst/>
          </a:prstGeom>
          <a:noFill/>
          <a:ln cap="flat" cmpd="sng" w="381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72" name="Google Shape;572;p65"/>
          <p:cNvCxnSpPr>
            <a:stCxn id="569" idx="0"/>
            <a:endCxn id="571" idx="2"/>
          </p:cNvCxnSpPr>
          <p:nvPr/>
        </p:nvCxnSpPr>
        <p:spPr>
          <a:xfrm flipH="1" rot="10800000">
            <a:off x="2061025" y="1579925"/>
            <a:ext cx="2142600" cy="2341800"/>
          </a:xfrm>
          <a:prstGeom prst="straightConnector1">
            <a:avLst/>
          </a:prstGeom>
          <a:noFill/>
          <a:ln cap="flat" cmpd="sng" w="38100">
            <a:solidFill>
              <a:schemeClr val="accent1"/>
            </a:solidFill>
            <a:prstDash val="solid"/>
            <a:round/>
            <a:headEnd len="med" w="med" type="none"/>
            <a:tailEnd len="med" w="med" type="none"/>
          </a:ln>
        </p:spPr>
      </p:cxnSp>
      <p:sp>
        <p:nvSpPr>
          <p:cNvPr id="573" name="Google Shape;573;p65"/>
          <p:cNvSpPr/>
          <p:nvPr/>
        </p:nvSpPr>
        <p:spPr>
          <a:xfrm>
            <a:off x="5185325" y="2849575"/>
            <a:ext cx="1037100" cy="618600"/>
          </a:xfrm>
          <a:prstGeom prst="rect">
            <a:avLst/>
          </a:prstGeom>
          <a:noFill/>
          <a:ln cap="flat" cmpd="sng" w="381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77" name="Shape 577"/>
        <p:cNvGrpSpPr/>
        <p:nvPr/>
      </p:nvGrpSpPr>
      <p:grpSpPr>
        <a:xfrm>
          <a:off x="0" y="0"/>
          <a:ext cx="0" cy="0"/>
          <a:chOff x="0" y="0"/>
          <a:chExt cx="0" cy="0"/>
        </a:xfrm>
      </p:grpSpPr>
      <p:sp>
        <p:nvSpPr>
          <p:cNvPr id="578" name="Google Shape;578;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rgbClr val="FF0000"/>
                </a:solidFill>
                <a:latin typeface="Forum"/>
                <a:ea typeface="Forum"/>
                <a:cs typeface="Forum"/>
                <a:sym typeface="Forum"/>
              </a:rPr>
              <a:t>Value of Data Engineering</a:t>
            </a:r>
            <a:endParaRPr sz="3020">
              <a:solidFill>
                <a:srgbClr val="FF0000"/>
              </a:solidFill>
              <a:latin typeface="Forum"/>
              <a:ea typeface="Forum"/>
              <a:cs typeface="Forum"/>
              <a:sym typeface="Forum"/>
            </a:endParaRPr>
          </a:p>
        </p:txBody>
      </p:sp>
      <p:sp>
        <p:nvSpPr>
          <p:cNvPr id="579" name="Google Shape;579;p66"/>
          <p:cNvSpPr txBox="1"/>
          <p:nvPr>
            <p:ph idx="2" type="body"/>
          </p:nvPr>
        </p:nvSpPr>
        <p:spPr>
          <a:xfrm>
            <a:off x="214675" y="1243925"/>
            <a:ext cx="8232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sz="1800"/>
          </a:p>
          <a:p>
            <a:pPr indent="-317500" lvl="0" marL="457200" rtl="0" algn="l">
              <a:spcBef>
                <a:spcPts val="1200"/>
              </a:spcBef>
              <a:spcAft>
                <a:spcPts val="0"/>
              </a:spcAft>
              <a:buSzPts val="1400"/>
              <a:buFont typeface="DM Sans"/>
              <a:buChar char="●"/>
            </a:pPr>
            <a:r>
              <a:rPr lang="en">
                <a:latin typeface="DM Sans"/>
                <a:ea typeface="DM Sans"/>
                <a:cs typeface="DM Sans"/>
                <a:sym typeface="DM Sans"/>
              </a:rPr>
              <a:t>High-quality data is essential for producing accurate estimations.</a:t>
            </a:r>
            <a:br>
              <a:rPr lang="en">
                <a:latin typeface="DM Sans"/>
                <a:ea typeface="DM Sans"/>
                <a:cs typeface="DM Sans"/>
                <a:sym typeface="DM Sans"/>
              </a:rPr>
            </a:br>
            <a:endParaRPr>
              <a:latin typeface="DM Sans"/>
              <a:ea typeface="DM Sans"/>
              <a:cs typeface="DM Sans"/>
              <a:sym typeface="DM Sans"/>
            </a:endParaRPr>
          </a:p>
          <a:p>
            <a:pPr indent="-317500" lvl="0" marL="457200" rtl="0" algn="l">
              <a:spcBef>
                <a:spcPts val="0"/>
              </a:spcBef>
              <a:spcAft>
                <a:spcPts val="0"/>
              </a:spcAft>
              <a:buSzPts val="1400"/>
              <a:buFont typeface="DM Sans"/>
              <a:buChar char="●"/>
            </a:pPr>
            <a:r>
              <a:rPr lang="en">
                <a:latin typeface="DM Sans"/>
                <a:ea typeface="DM Sans"/>
                <a:cs typeface="DM Sans"/>
                <a:sym typeface="DM Sans"/>
              </a:rPr>
              <a:t>Flexibility is crucial, as economics is constantly evolving and changing.</a:t>
            </a:r>
            <a:br>
              <a:rPr lang="en">
                <a:latin typeface="DM Sans"/>
                <a:ea typeface="DM Sans"/>
                <a:cs typeface="DM Sans"/>
                <a:sym typeface="DM Sans"/>
              </a:rPr>
            </a:br>
            <a:endParaRPr>
              <a:latin typeface="DM Sans"/>
              <a:ea typeface="DM Sans"/>
              <a:cs typeface="DM Sans"/>
              <a:sym typeface="DM Sans"/>
            </a:endParaRPr>
          </a:p>
          <a:p>
            <a:pPr indent="-317500" lvl="0" marL="457200" rtl="0" algn="l">
              <a:spcBef>
                <a:spcPts val="0"/>
              </a:spcBef>
              <a:spcAft>
                <a:spcPts val="0"/>
              </a:spcAft>
              <a:buSzPts val="1400"/>
              <a:buFont typeface="DM Sans"/>
              <a:buChar char="●"/>
            </a:pPr>
            <a:r>
              <a:rPr lang="en">
                <a:latin typeface="DM Sans"/>
                <a:ea typeface="DM Sans"/>
                <a:cs typeface="DM Sans"/>
                <a:sym typeface="DM Sans"/>
              </a:rPr>
              <a:t>Risk reduction is a highly technical field that prioritizes precision and accuracy.</a:t>
            </a:r>
            <a:br>
              <a:rPr lang="en">
                <a:latin typeface="DM Sans"/>
                <a:ea typeface="DM Sans"/>
                <a:cs typeface="DM Sans"/>
                <a:sym typeface="DM Sans"/>
              </a:rPr>
            </a:br>
            <a:endParaRPr>
              <a:latin typeface="DM Sans"/>
              <a:ea typeface="DM Sans"/>
              <a:cs typeface="DM Sans"/>
              <a:sym typeface="DM Sans"/>
            </a:endParaRPr>
          </a:p>
          <a:p>
            <a:pPr indent="-317500" lvl="0" marL="457200" rtl="0" algn="l">
              <a:spcBef>
                <a:spcPts val="0"/>
              </a:spcBef>
              <a:spcAft>
                <a:spcPts val="0"/>
              </a:spcAft>
              <a:buSzPts val="1400"/>
              <a:buFont typeface="DM Sans"/>
              <a:buChar char="●"/>
            </a:pPr>
            <a:r>
              <a:rPr lang="en">
                <a:latin typeface="DM Sans"/>
                <a:ea typeface="DM Sans"/>
                <a:cs typeface="DM Sans"/>
                <a:sym typeface="DM Sans"/>
              </a:rPr>
              <a:t>Supports effective data organization and ensures information remains current and up to date</a:t>
            </a:r>
            <a:endParaRPr>
              <a:latin typeface="DM Sans"/>
              <a:ea typeface="DM Sans"/>
              <a:cs typeface="DM Sans"/>
              <a:sym typeface="DM Sans"/>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83" name="Shape 583"/>
        <p:cNvGrpSpPr/>
        <p:nvPr/>
      </p:nvGrpSpPr>
      <p:grpSpPr>
        <a:xfrm>
          <a:off x="0" y="0"/>
          <a:ext cx="0" cy="0"/>
          <a:chOff x="0" y="0"/>
          <a:chExt cx="0" cy="0"/>
        </a:xfrm>
      </p:grpSpPr>
      <p:sp>
        <p:nvSpPr>
          <p:cNvPr id="584" name="Google Shape;584;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rgbClr val="FF0000"/>
                </a:solidFill>
                <a:latin typeface="Forum"/>
                <a:ea typeface="Forum"/>
                <a:cs typeface="Forum"/>
                <a:sym typeface="Forum"/>
              </a:rPr>
              <a:t>Challenges</a:t>
            </a:r>
            <a:r>
              <a:rPr lang="en" sz="3020">
                <a:solidFill>
                  <a:srgbClr val="FF0000"/>
                </a:solidFill>
                <a:latin typeface="Forum"/>
                <a:ea typeface="Forum"/>
                <a:cs typeface="Forum"/>
                <a:sym typeface="Forum"/>
              </a:rPr>
              <a:t> and Risk </a:t>
            </a:r>
            <a:endParaRPr sz="3020">
              <a:solidFill>
                <a:srgbClr val="FF0000"/>
              </a:solidFill>
              <a:latin typeface="Forum"/>
              <a:ea typeface="Forum"/>
              <a:cs typeface="Forum"/>
              <a:sym typeface="Forum"/>
            </a:endParaRPr>
          </a:p>
        </p:txBody>
      </p:sp>
      <p:sp>
        <p:nvSpPr>
          <p:cNvPr id="585" name="Google Shape;585;p67"/>
          <p:cNvSpPr txBox="1"/>
          <p:nvPr>
            <p:ph idx="1" type="body"/>
          </p:nvPr>
        </p:nvSpPr>
        <p:spPr>
          <a:xfrm>
            <a:off x="311700" y="1152475"/>
            <a:ext cx="8466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b="1" sz="1800"/>
          </a:p>
          <a:p>
            <a:pPr indent="-342900" lvl="0" marL="457200" rtl="0" algn="l">
              <a:spcBef>
                <a:spcPts val="1200"/>
              </a:spcBef>
              <a:spcAft>
                <a:spcPts val="0"/>
              </a:spcAft>
              <a:buClr>
                <a:schemeClr val="dk1"/>
              </a:buClr>
              <a:buSzPts val="1800"/>
              <a:buChar char="●"/>
            </a:pPr>
            <a:r>
              <a:rPr b="1" lang="en" sz="1800">
                <a:solidFill>
                  <a:schemeClr val="dk1"/>
                </a:solidFill>
                <a:latin typeface="Forum"/>
                <a:ea typeface="Forum"/>
                <a:cs typeface="Forum"/>
                <a:sym typeface="Forum"/>
              </a:rPr>
              <a:t>Data ingestion:</a:t>
            </a:r>
            <a:r>
              <a:rPr lang="en" sz="1800">
                <a:solidFill>
                  <a:schemeClr val="dk1"/>
                </a:solidFill>
                <a:latin typeface="Forum"/>
                <a:ea typeface="Forum"/>
                <a:cs typeface="Forum"/>
                <a:sym typeface="Forum"/>
              </a:rPr>
              <a:t> Sourcing and reliably pulling data from multiple disparate APIs and reports, some of which may be unstructured or inconsistently formatted</a:t>
            </a:r>
            <a:endParaRPr sz="1800">
              <a:solidFill>
                <a:schemeClr val="dk1"/>
              </a:solidFill>
              <a:latin typeface="Forum"/>
              <a:ea typeface="Forum"/>
              <a:cs typeface="Forum"/>
              <a:sym typeface="Forum"/>
            </a:endParaRPr>
          </a:p>
          <a:p>
            <a:pPr indent="-342900" lvl="0" marL="457200" rtl="0" algn="l">
              <a:spcBef>
                <a:spcPts val="0"/>
              </a:spcBef>
              <a:spcAft>
                <a:spcPts val="0"/>
              </a:spcAft>
              <a:buClr>
                <a:schemeClr val="dk1"/>
              </a:buClr>
              <a:buSzPts val="1800"/>
              <a:buChar char="●"/>
            </a:pPr>
            <a:r>
              <a:rPr b="1" lang="en" sz="1800">
                <a:solidFill>
                  <a:schemeClr val="dk1"/>
                </a:solidFill>
                <a:latin typeface="Forum"/>
                <a:ea typeface="Forum"/>
                <a:cs typeface="Forum"/>
                <a:sym typeface="Forum"/>
              </a:rPr>
              <a:t>Cross-source integration:</a:t>
            </a:r>
            <a:r>
              <a:rPr lang="en" sz="1800">
                <a:solidFill>
                  <a:schemeClr val="dk1"/>
                </a:solidFill>
                <a:latin typeface="Forum"/>
                <a:ea typeface="Forum"/>
                <a:cs typeface="Forum"/>
                <a:sym typeface="Forum"/>
              </a:rPr>
              <a:t> Reconciling data from sources with different formats, update cadences, and quality standards is one of the most technically demanding aspects of this project</a:t>
            </a:r>
            <a:endParaRPr sz="1800">
              <a:solidFill>
                <a:schemeClr val="dk1"/>
              </a:solidFill>
              <a:latin typeface="Forum"/>
              <a:ea typeface="Forum"/>
              <a:cs typeface="Forum"/>
              <a:sym typeface="Forum"/>
            </a:endParaRPr>
          </a:p>
          <a:p>
            <a:pPr indent="-342900" lvl="0" marL="457200" rtl="0" algn="l">
              <a:spcBef>
                <a:spcPts val="0"/>
              </a:spcBef>
              <a:spcAft>
                <a:spcPts val="0"/>
              </a:spcAft>
              <a:buClr>
                <a:schemeClr val="dk1"/>
              </a:buClr>
              <a:buSzPts val="1800"/>
              <a:buChar char="●"/>
            </a:pPr>
            <a:r>
              <a:rPr b="1" lang="en" sz="1800">
                <a:solidFill>
                  <a:schemeClr val="dk1"/>
                </a:solidFill>
                <a:latin typeface="Forum"/>
                <a:ea typeface="Forum"/>
                <a:cs typeface="Forum"/>
                <a:sym typeface="Forum"/>
              </a:rPr>
              <a:t>Validation logic:</a:t>
            </a:r>
            <a:r>
              <a:rPr lang="en" sz="1800">
                <a:solidFill>
                  <a:schemeClr val="dk1"/>
                </a:solidFill>
                <a:latin typeface="Forum"/>
                <a:ea typeface="Forum"/>
                <a:cs typeface="Forum"/>
                <a:sym typeface="Forum"/>
              </a:rPr>
              <a:t> Designing checks that can catch both obvious errors and subtle inconsistencies that could compromise the integrity of the final dataset</a:t>
            </a:r>
            <a:endParaRPr sz="1800">
              <a:solidFill>
                <a:schemeClr val="dk1"/>
              </a:solidFill>
              <a:latin typeface="Forum"/>
              <a:ea typeface="Forum"/>
              <a:cs typeface="Forum"/>
              <a:sym typeface="Forum"/>
            </a:endParaRPr>
          </a:p>
          <a:p>
            <a:pPr indent="-342900" lvl="0" marL="457200" rtl="0" algn="l">
              <a:spcBef>
                <a:spcPts val="0"/>
              </a:spcBef>
              <a:spcAft>
                <a:spcPts val="0"/>
              </a:spcAft>
              <a:buClr>
                <a:schemeClr val="dk1"/>
              </a:buClr>
              <a:buSzPts val="1800"/>
              <a:buChar char="●"/>
            </a:pPr>
            <a:r>
              <a:rPr b="1" lang="en" sz="1800">
                <a:solidFill>
                  <a:schemeClr val="dk1"/>
                </a:solidFill>
                <a:latin typeface="Forum"/>
                <a:ea typeface="Forum"/>
                <a:cs typeface="Forum"/>
                <a:sym typeface="Forum"/>
              </a:rPr>
              <a:t>Orchestration:</a:t>
            </a:r>
            <a:r>
              <a:rPr lang="en" sz="1800">
                <a:solidFill>
                  <a:schemeClr val="dk1"/>
                </a:solidFill>
                <a:latin typeface="Forum"/>
                <a:ea typeface="Forum"/>
                <a:cs typeface="Forum"/>
                <a:sym typeface="Forum"/>
              </a:rPr>
              <a:t> Ensuring that all pipeline stages are properly sequenced, automated, and monitored so the system runs reliably over time</a:t>
            </a:r>
            <a:endParaRPr sz="1800">
              <a:solidFill>
                <a:schemeClr val="dk1"/>
              </a:solidFill>
              <a:latin typeface="Forum"/>
              <a:ea typeface="Forum"/>
              <a:cs typeface="Forum"/>
              <a:sym typeface="Forum"/>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89" name="Shape 589"/>
        <p:cNvGrpSpPr/>
        <p:nvPr/>
      </p:nvGrpSpPr>
      <p:grpSpPr>
        <a:xfrm>
          <a:off x="0" y="0"/>
          <a:ext cx="0" cy="0"/>
          <a:chOff x="0" y="0"/>
          <a:chExt cx="0" cy="0"/>
        </a:xfrm>
      </p:grpSpPr>
      <p:sp>
        <p:nvSpPr>
          <p:cNvPr id="590" name="Google Shape;590;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600">
                <a:solidFill>
                  <a:srgbClr val="E11444"/>
                </a:solidFill>
                <a:latin typeface="Forum"/>
                <a:ea typeface="Forum"/>
                <a:cs typeface="Forum"/>
                <a:sym typeface="Forum"/>
              </a:rPr>
              <a:t>Additional Thoughts </a:t>
            </a:r>
            <a:r>
              <a:rPr lang="en"/>
              <a:t> </a:t>
            </a:r>
            <a:endParaRPr/>
          </a:p>
        </p:txBody>
      </p:sp>
      <p:sp>
        <p:nvSpPr>
          <p:cNvPr id="591" name="Google Shape;591;p6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DM Sans"/>
                <a:ea typeface="DM Sans"/>
                <a:cs typeface="DM Sans"/>
                <a:sym typeface="DM Sans"/>
              </a:rPr>
              <a:t>For this project I want the output to be a pipeline that can be ran that can give an output of values based off of economic inputs. </a:t>
            </a:r>
            <a:endParaRPr>
              <a:latin typeface="DM Sans"/>
              <a:ea typeface="DM Sans"/>
              <a:cs typeface="DM Sans"/>
              <a:sym typeface="DM Sans"/>
            </a:endParaRPr>
          </a:p>
          <a:p>
            <a:pPr indent="0" lvl="0" marL="0" rtl="0" algn="l">
              <a:spcBef>
                <a:spcPts val="1200"/>
              </a:spcBef>
              <a:spcAft>
                <a:spcPts val="0"/>
              </a:spcAft>
              <a:buNone/>
            </a:pPr>
            <a:r>
              <a:t/>
            </a:r>
            <a:endParaRPr>
              <a:latin typeface="DM Sans"/>
              <a:ea typeface="DM Sans"/>
              <a:cs typeface="DM Sans"/>
              <a:sym typeface="DM Sans"/>
            </a:endParaRPr>
          </a:p>
          <a:p>
            <a:pPr indent="0" lvl="0" marL="0" rtl="0" algn="l">
              <a:spcBef>
                <a:spcPts val="1200"/>
              </a:spcBef>
              <a:spcAft>
                <a:spcPts val="0"/>
              </a:spcAft>
              <a:buNone/>
            </a:pPr>
            <a:r>
              <a:rPr lang="en">
                <a:latin typeface="DM Sans"/>
                <a:ea typeface="DM Sans"/>
                <a:cs typeface="DM Sans"/>
                <a:sym typeface="DM Sans"/>
              </a:rPr>
              <a:t>The </a:t>
            </a:r>
            <a:r>
              <a:rPr lang="en">
                <a:latin typeface="DM Sans"/>
                <a:ea typeface="DM Sans"/>
                <a:cs typeface="DM Sans"/>
                <a:sym typeface="DM Sans"/>
              </a:rPr>
              <a:t>outputs</a:t>
            </a:r>
            <a:r>
              <a:rPr lang="en">
                <a:latin typeface="DM Sans"/>
                <a:ea typeface="DM Sans"/>
                <a:cs typeface="DM Sans"/>
                <a:sym typeface="DM Sans"/>
              </a:rPr>
              <a:t> should be numbers of some sort: </a:t>
            </a:r>
            <a:r>
              <a:rPr lang="en">
                <a:latin typeface="DM Sans"/>
                <a:ea typeface="DM Sans"/>
                <a:cs typeface="DM Sans"/>
                <a:sym typeface="DM Sans"/>
              </a:rPr>
              <a:t>percentages</a:t>
            </a:r>
            <a:r>
              <a:rPr lang="en">
                <a:latin typeface="DM Sans"/>
                <a:ea typeface="DM Sans"/>
                <a:cs typeface="DM Sans"/>
                <a:sym typeface="DM Sans"/>
              </a:rPr>
              <a:t>, points, etc. Once these values are assigned an app should be able to pick this up and use it however it wants. </a:t>
            </a:r>
            <a:endParaRPr>
              <a:latin typeface="DM Sans"/>
              <a:ea typeface="DM Sans"/>
              <a:cs typeface="DM Sans"/>
              <a:sym typeface="DM Sans"/>
            </a:endParaRPr>
          </a:p>
          <a:p>
            <a:pPr indent="0" lvl="0" marL="0" rtl="0" algn="l">
              <a:spcBef>
                <a:spcPts val="1200"/>
              </a:spcBef>
              <a:spcAft>
                <a:spcPts val="1200"/>
              </a:spcAft>
              <a:buNone/>
            </a:pPr>
            <a:r>
              <a:rPr lang="en">
                <a:latin typeface="DM Sans"/>
                <a:ea typeface="DM Sans"/>
                <a:cs typeface="DM Sans"/>
                <a:sym typeface="DM Sans"/>
              </a:rPr>
              <a:t>Note: I haven’t picked which file format I want to use. </a:t>
            </a:r>
            <a:endParaRPr>
              <a:latin typeface="DM Sans"/>
              <a:ea typeface="DM Sans"/>
              <a:cs typeface="DM Sans"/>
              <a:sym typeface="DM Sans"/>
            </a:endParaRPr>
          </a:p>
        </p:txBody>
      </p:sp>
      <p:sp>
        <p:nvSpPr>
          <p:cNvPr id="592" name="Google Shape;592;p6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DM Sans"/>
                <a:ea typeface="DM Sans"/>
                <a:cs typeface="DM Sans"/>
                <a:sym typeface="DM Sans"/>
              </a:rPr>
              <a:t>Two approaches I have for this project: </a:t>
            </a:r>
            <a:endParaRPr>
              <a:latin typeface="DM Sans"/>
              <a:ea typeface="DM Sans"/>
              <a:cs typeface="DM Sans"/>
              <a:sym typeface="DM Sans"/>
            </a:endParaRPr>
          </a:p>
          <a:p>
            <a:pPr indent="0" lvl="0" marL="0" rtl="0" algn="l">
              <a:spcBef>
                <a:spcPts val="1200"/>
              </a:spcBef>
              <a:spcAft>
                <a:spcPts val="0"/>
              </a:spcAft>
              <a:buNone/>
            </a:pPr>
            <a:r>
              <a:t/>
            </a:r>
            <a:endParaRPr>
              <a:latin typeface="DM Sans"/>
              <a:ea typeface="DM Sans"/>
              <a:cs typeface="DM Sans"/>
              <a:sym typeface="DM Sans"/>
            </a:endParaRPr>
          </a:p>
          <a:p>
            <a:pPr indent="0" lvl="0" marL="0" rtl="0" algn="l">
              <a:spcBef>
                <a:spcPts val="1200"/>
              </a:spcBef>
              <a:spcAft>
                <a:spcPts val="0"/>
              </a:spcAft>
              <a:buNone/>
            </a:pPr>
            <a:r>
              <a:rPr lang="en">
                <a:latin typeface="DM Sans"/>
                <a:ea typeface="DM Sans"/>
                <a:cs typeface="DM Sans"/>
                <a:sym typeface="DM Sans"/>
              </a:rPr>
              <a:t>Team </a:t>
            </a:r>
            <a:r>
              <a:rPr lang="en">
                <a:latin typeface="DM Sans"/>
                <a:ea typeface="DM Sans"/>
                <a:cs typeface="DM Sans"/>
                <a:sym typeface="DM Sans"/>
              </a:rPr>
              <a:t>members can focus on individual inputs and making them digestible </a:t>
            </a:r>
            <a:endParaRPr>
              <a:latin typeface="DM Sans"/>
              <a:ea typeface="DM Sans"/>
              <a:cs typeface="DM Sans"/>
              <a:sym typeface="DM Sans"/>
            </a:endParaRPr>
          </a:p>
          <a:p>
            <a:pPr indent="0" lvl="0" marL="0" rtl="0" algn="l">
              <a:spcBef>
                <a:spcPts val="1200"/>
              </a:spcBef>
              <a:spcAft>
                <a:spcPts val="0"/>
              </a:spcAft>
              <a:buNone/>
            </a:pPr>
            <a:r>
              <a:rPr lang="en">
                <a:latin typeface="DM Sans"/>
                <a:ea typeface="DM Sans"/>
                <a:cs typeface="DM Sans"/>
                <a:sym typeface="DM Sans"/>
              </a:rPr>
              <a:t>Or</a:t>
            </a:r>
            <a:endParaRPr>
              <a:latin typeface="DM Sans"/>
              <a:ea typeface="DM Sans"/>
              <a:cs typeface="DM Sans"/>
              <a:sym typeface="DM Sans"/>
            </a:endParaRPr>
          </a:p>
          <a:p>
            <a:pPr indent="0" lvl="0" marL="0" rtl="0" algn="l">
              <a:spcBef>
                <a:spcPts val="1200"/>
              </a:spcBef>
              <a:spcAft>
                <a:spcPts val="1200"/>
              </a:spcAft>
              <a:buNone/>
            </a:pPr>
            <a:r>
              <a:rPr lang="en">
                <a:latin typeface="DM Sans"/>
                <a:ea typeface="DM Sans"/>
                <a:cs typeface="DM Sans"/>
                <a:sym typeface="DM Sans"/>
              </a:rPr>
              <a:t>Team members can focus on a part of the data process mentioned in slide 4</a:t>
            </a:r>
            <a:endParaRPr>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96" name="Shape 596"/>
        <p:cNvGrpSpPr/>
        <p:nvPr/>
      </p:nvGrpSpPr>
      <p:grpSpPr>
        <a:xfrm>
          <a:off x="0" y="0"/>
          <a:ext cx="0" cy="0"/>
          <a:chOff x="0" y="0"/>
          <a:chExt cx="0" cy="0"/>
        </a:xfrm>
      </p:grpSpPr>
      <p:sp>
        <p:nvSpPr>
          <p:cNvPr id="597" name="Google Shape;597;p69"/>
          <p:cNvSpPr txBox="1"/>
          <p:nvPr>
            <p:ph type="title"/>
          </p:nvPr>
        </p:nvSpPr>
        <p:spPr>
          <a:xfrm>
            <a:off x="400400" y="19304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3577">
                <a:solidFill>
                  <a:srgbClr val="E11444"/>
                </a:solidFill>
                <a:latin typeface="Forum"/>
                <a:ea typeface="Forum"/>
                <a:cs typeface="Forum"/>
                <a:sym typeface="Forum"/>
              </a:rPr>
              <a:t>Appendix</a:t>
            </a:r>
            <a:r>
              <a:rPr lang="en"/>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E11444"/>
                </a:solidFill>
                <a:latin typeface="Forum"/>
                <a:ea typeface="Forum"/>
                <a:cs typeface="Forum"/>
                <a:sym typeface="Forum"/>
              </a:rPr>
              <a:t>Value Statement</a:t>
            </a:r>
            <a:r>
              <a:rPr lang="en"/>
              <a:t> </a:t>
            </a:r>
            <a:endParaRPr/>
          </a:p>
        </p:txBody>
      </p:sp>
      <p:sp>
        <p:nvSpPr>
          <p:cNvPr id="603" name="Google Shape;603;p70"/>
          <p:cNvSpPr txBox="1"/>
          <p:nvPr>
            <p:ph idx="1" type="body"/>
          </p:nvPr>
        </p:nvSpPr>
        <p:spPr>
          <a:xfrm>
            <a:off x="311700" y="1152475"/>
            <a:ext cx="8356800" cy="3416400"/>
          </a:xfrm>
          <a:prstGeom prst="rect">
            <a:avLst/>
          </a:prstGeom>
        </p:spPr>
        <p:txBody>
          <a:bodyPr anchorCtr="0" anchor="t" bIns="91425" lIns="91425" spcFirstLastPara="1" rIns="91425" wrap="square" tIns="91425">
            <a:normAutofit/>
          </a:bodyPr>
          <a:lstStyle/>
          <a:p>
            <a:pPr indent="0" lvl="0" marL="0" rtl="0" algn="ctr">
              <a:spcBef>
                <a:spcPts val="1200"/>
              </a:spcBef>
              <a:spcAft>
                <a:spcPts val="1200"/>
              </a:spcAft>
              <a:buClr>
                <a:schemeClr val="dk1"/>
              </a:buClr>
              <a:buSzPts val="1100"/>
              <a:buFont typeface="Arial"/>
              <a:buNone/>
            </a:pPr>
            <a:r>
              <a:rPr lang="en" sz="1100">
                <a:solidFill>
                  <a:schemeClr val="dk1"/>
                </a:solidFill>
                <a:latin typeface="DM Sans Medium"/>
                <a:ea typeface="DM Sans Medium"/>
                <a:cs typeface="DM Sans Medium"/>
                <a:sym typeface="DM Sans Medium"/>
              </a:rPr>
              <a:t>Clear, clean, reliable economic data is critical for any teams and individuals that makes decisions based on market conditions. Rather than providing predictions directly, this pipeline should deliver the analysis-ready data those organizations need to power their own models, dashboards, and decision-making processes similar to what AI models now can already produce. The value here is in the quality and reliability of the data itself. Users will be able to plug the pipeline in directly into tools without having to worry about data integrity, we will have </a:t>
            </a:r>
            <a:r>
              <a:rPr lang="en" sz="1100">
                <a:solidFill>
                  <a:schemeClr val="dk1"/>
                </a:solidFill>
                <a:latin typeface="DM Sans Medium"/>
                <a:ea typeface="DM Sans Medium"/>
                <a:cs typeface="DM Sans Medium"/>
                <a:sym typeface="DM Sans Medium"/>
              </a:rPr>
              <a:t>the</a:t>
            </a:r>
            <a:r>
              <a:rPr lang="en" sz="1100">
                <a:solidFill>
                  <a:schemeClr val="dk1"/>
                </a:solidFill>
                <a:latin typeface="DM Sans Medium"/>
                <a:ea typeface="DM Sans Medium"/>
                <a:cs typeface="DM Sans Medium"/>
                <a:sym typeface="DM Sans Medium"/>
              </a:rPr>
              <a:t> pipeline do it for us. </a:t>
            </a:r>
            <a:endParaRPr>
              <a:latin typeface="DM Sans Medium"/>
              <a:ea typeface="DM Sans Medium"/>
              <a:cs typeface="DM Sans Medium"/>
              <a:sym typeface="DM Sans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11444"/>
                </a:solidFill>
                <a:latin typeface="Forum"/>
                <a:ea typeface="Forum"/>
                <a:cs typeface="Forum"/>
                <a:sym typeface="Forum"/>
              </a:rPr>
              <a:t>Data Sources </a:t>
            </a:r>
            <a:endParaRPr>
              <a:solidFill>
                <a:srgbClr val="E11444"/>
              </a:solidFill>
              <a:latin typeface="Forum"/>
              <a:ea typeface="Forum"/>
              <a:cs typeface="Forum"/>
              <a:sym typeface="Forum"/>
            </a:endParaRPr>
          </a:p>
        </p:txBody>
      </p:sp>
      <p:sp>
        <p:nvSpPr>
          <p:cNvPr id="609" name="Google Shape;609;p71"/>
          <p:cNvSpPr txBox="1"/>
          <p:nvPr>
            <p:ph idx="1" type="body"/>
          </p:nvPr>
        </p:nvSpPr>
        <p:spPr>
          <a:xfrm>
            <a:off x="311700" y="1152475"/>
            <a:ext cx="67014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Stock and crypto market APIs</a:t>
            </a:r>
            <a:endParaRPr sz="1100">
              <a:solidFill>
                <a:schemeClr val="dk1"/>
              </a:solidFill>
              <a:latin typeface="DM Sans Medium"/>
              <a:ea typeface="DM Sans Medium"/>
              <a:cs typeface="DM Sans Medium"/>
              <a:sym typeface="DM Sans Medium"/>
            </a:endParaRPr>
          </a:p>
          <a:p>
            <a:pPr indent="-298450" lvl="0" marL="457200" rtl="0" algn="l">
              <a:spcBef>
                <a:spcPts val="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FRED (Federal Reserve Economic Data)</a:t>
            </a:r>
            <a:endParaRPr sz="1100">
              <a:solidFill>
                <a:schemeClr val="dk1"/>
              </a:solidFill>
              <a:latin typeface="DM Sans Medium"/>
              <a:ea typeface="DM Sans Medium"/>
              <a:cs typeface="DM Sans Medium"/>
              <a:sym typeface="DM Sans Medium"/>
            </a:endParaRPr>
          </a:p>
          <a:p>
            <a:pPr indent="-298450" lvl="0" marL="457200" rtl="0" algn="l">
              <a:spcBef>
                <a:spcPts val="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Corporate earnings reports</a:t>
            </a:r>
            <a:endParaRPr sz="1100">
              <a:solidFill>
                <a:schemeClr val="dk1"/>
              </a:solidFill>
              <a:latin typeface="DM Sans Medium"/>
              <a:ea typeface="DM Sans Medium"/>
              <a:cs typeface="DM Sans Medium"/>
              <a:sym typeface="DM Sans Medium"/>
            </a:endParaRPr>
          </a:p>
          <a:p>
            <a:pPr indent="-298450" lvl="0" marL="457200" rtl="0" algn="l">
              <a:spcBef>
                <a:spcPts val="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Government spending bills and financial reports (e.g., the Monthly Treasury Statement)</a:t>
            </a:r>
            <a:endParaRPr sz="1100">
              <a:solidFill>
                <a:schemeClr val="dk1"/>
              </a:solidFill>
              <a:latin typeface="DM Sans Medium"/>
              <a:ea typeface="DM Sans Medium"/>
              <a:cs typeface="DM Sans Medium"/>
              <a:sym typeface="DM Sans Medium"/>
            </a:endParaRPr>
          </a:p>
          <a:p>
            <a:pPr indent="-298450" lvl="0" marL="457200" rtl="0" algn="l">
              <a:spcBef>
                <a:spcPts val="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Private Company Data</a:t>
            </a:r>
            <a:endParaRPr sz="1100">
              <a:solidFill>
                <a:schemeClr val="dk1"/>
              </a:solidFill>
              <a:latin typeface="DM Sans Medium"/>
              <a:ea typeface="DM Sans Medium"/>
              <a:cs typeface="DM Sans Medium"/>
              <a:sym typeface="DM Sans Medium"/>
            </a:endParaRPr>
          </a:p>
          <a:p>
            <a:pPr indent="-298450" lvl="0" marL="457200" rtl="0" algn="l">
              <a:spcBef>
                <a:spcPts val="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Balance Sheet Data (Walmart and Amazon) </a:t>
            </a:r>
            <a:endParaRPr sz="1100">
              <a:solidFill>
                <a:schemeClr val="dk1"/>
              </a:solidFill>
              <a:latin typeface="DM Sans Medium"/>
              <a:ea typeface="DM Sans Medium"/>
              <a:cs typeface="DM Sans Medium"/>
              <a:sym typeface="DM Sans Medium"/>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rketing Plan Presentation [Style 2]">
  <a:themeElements>
    <a:clrScheme name="Simple Light">
      <a:dk1>
        <a:srgbClr val="F9F9F9"/>
      </a:dk1>
      <a:lt1>
        <a:srgbClr val="101010"/>
      </a:lt1>
      <a:dk2>
        <a:srgbClr val="E6E8FF"/>
      </a:dk2>
      <a:lt2>
        <a:srgbClr val="C6B9F1"/>
      </a:lt2>
      <a:accent1>
        <a:srgbClr val="E11444"/>
      </a:accent1>
      <a:accent2>
        <a:srgbClr val="FCE82E"/>
      </a:accent2>
      <a:accent3>
        <a:srgbClr val="FFE6D4"/>
      </a:accent3>
      <a:accent4>
        <a:srgbClr val="4E4E4E"/>
      </a:accent4>
      <a:accent5>
        <a:srgbClr val="93A2A2"/>
      </a:accent5>
      <a:accent6>
        <a:srgbClr val="B7B7B7"/>
      </a:accent6>
      <a:hlink>
        <a:srgbClr val="F96E0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